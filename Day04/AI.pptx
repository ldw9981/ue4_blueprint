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72" r:id="rId25"/>
    <p:sldId id="273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정보를 질의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2264</TotalTime>
  <Words>750</Words>
  <Application>Microsoft Office PowerPoint</Application>
  <PresentationFormat>와이드스크린</PresentationFormat>
  <Paragraphs>119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 동원</dc:creator>
  <cp:lastModifiedBy>이 동원</cp:lastModifiedBy>
  <cp:revision>174</cp:revision>
  <dcterms:created xsi:type="dcterms:W3CDTF">2020-06-20T10:01:00Z</dcterms:created>
  <dcterms:modified xsi:type="dcterms:W3CDTF">2020-06-24T23:13:03Z</dcterms:modified>
</cp:coreProperties>
</file>