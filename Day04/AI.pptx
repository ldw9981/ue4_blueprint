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77" r:id="rId6"/>
    <p:sldId id="278" r:id="rId7"/>
    <p:sldId id="280" r:id="rId8"/>
    <p:sldId id="279" r:id="rId9"/>
    <p:sldId id="281" r:id="rId10"/>
    <p:sldId id="257" r:id="rId11"/>
    <p:sldId id="266" r:id="rId12"/>
    <p:sldId id="270" r:id="rId13"/>
    <p:sldId id="267" r:id="rId14"/>
    <p:sldId id="268" r:id="rId15"/>
    <p:sldId id="265" r:id="rId16"/>
    <p:sldId id="269" r:id="rId17"/>
    <p:sldId id="264" r:id="rId18"/>
    <p:sldId id="258" r:id="rId19"/>
    <p:sldId id="259" r:id="rId20"/>
    <p:sldId id="260" r:id="rId21"/>
    <p:sldId id="261" r:id="rId22"/>
    <p:sldId id="262" r:id="rId23"/>
    <p:sldId id="271" r:id="rId24"/>
    <p:sldId id="272" r:id="rId25"/>
    <p:sldId id="273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AB1BC-09F6-4AF2-9BEA-2AD3DBD88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B66774-E025-4644-BA3A-DF1A0EFCF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AD5B2A-0277-4727-ADC5-E5878D2A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1083AB-C718-4C6B-A60D-542250C2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01E9C6-BC56-46CF-B69F-5208712F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807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15A08-9833-4BF4-995B-823D1824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D190FE-EC09-4ACD-9684-1314AC733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8F2A6-D653-4F8F-BFB1-28445AEE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55C13C-6A2C-41FD-B096-0F541E950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32AA51-0B09-44C5-A29E-E95CF76D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26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0E073-4FF2-41E8-B1E2-13C503F96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E0A102-231C-49E4-A771-06B7F11E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7825B0-0EF1-465E-9F99-09029586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33123-338F-4CFE-93B8-A56EB2DD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A77B7D-1FDA-4030-9CCD-AFECD793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956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B82BD-B761-4927-B302-A895C8B3C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4BF48F-5509-4992-8B6F-2720255A6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4C224E-D776-4EF7-ABB3-09B9F79EF4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85BEC7-9BB9-4987-BEAC-3EF82B23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EF7AC6-2CE2-4B03-9DA2-6A6B7910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CA8E9-A483-461E-B0F8-2FC9035F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0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3A2E8-DCD0-4B04-A5C7-22394CA7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41CF3A-B789-4964-8113-52420E2E1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CAB4EC-3ABE-4665-9937-4292116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CB22B2-3A6D-47D1-81B2-70D4D76E0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5C6206-4FD0-488A-8A2C-6E221CD2E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DCE365-DB4D-45B5-97ED-CF5F7A3CD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8D2F11-D0DA-43D9-BE18-F2F315F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8C2B45-C0B9-4965-9522-56667C65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35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77E58C-5C2E-4D15-ABBA-BCA060A85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3A85D5-79C9-4AC5-B15D-906090AE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92DBB1-83E7-4DE7-8E2A-795E8ED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CBBF9-1D27-4D46-8D68-EC88DFB5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440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701CFD-1838-4762-A744-32AE80E7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2A9BF1-5117-4DAA-AF2E-B480456B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8732E-F24C-48E0-A7BE-F98EEFF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5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D3D59-C786-48A0-8361-06D51557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36706-1E66-474C-8E72-C377F3E5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D6F24C-8BDF-4A19-979E-4A6445CB5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40A89E-44A2-434A-938A-2ABDD3811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E9F29-BD63-4671-B1C1-0A6A7FD04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BE901A-C79A-4F89-876A-9A7CAEF7B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77CC3-22D7-4838-8710-048EAC68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777728-D7C5-4F31-A8B6-9CB9F2DF7F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A5E771-574C-4470-B09F-E8A2FF329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EF1863-BE48-4D46-B127-3F84F5B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4DAE1-F7AD-4B07-8382-4E66EF2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E638A-26DF-40AC-AEFB-292B6F5B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43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73EA3-DC87-48DD-BE73-782B2AC5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872559-BE9D-4CAB-AE2B-F32C6BFD6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9C77D-3014-4AA7-B4BB-391A0568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665AC-C6B2-49B3-B7EA-3AAE09698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4BAEF5-BA41-4FD3-B547-C1E447C86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21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E4B90D9-D06D-4FEA-960E-6F393C732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928940-D5E1-4387-9D38-93F7C609B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548ED-829B-424A-B523-ACFD50438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E4ED-2313-40EB-A04A-1C6AA671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CA1A39-B020-46E3-877B-56A65BCD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37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88A295-09E4-4EAE-A682-17FD3880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C2F61-3970-46D0-AFF7-B001BEA74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DDE0CD-69BF-4ED8-BA7A-F1CBEAC7BE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769BE-BF1F-4F69-A431-EEF710AC7B3A}" type="datetimeFigureOut">
              <a:rPr lang="ko-KR" altLang="en-US" smtClean="0"/>
              <a:t>2020-06-24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69376-852F-4B51-81CC-415B4629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E5774-280C-46CA-AA85-F66D1A853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7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4597-B1EC-4704-ABE6-8C8B8EE44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언리얼</a:t>
            </a:r>
            <a:r>
              <a:rPr lang="ko-KR" altLang="en-US" dirty="0"/>
              <a:t> </a:t>
            </a:r>
            <a:r>
              <a:rPr lang="en-US" altLang="ko-KR" dirty="0"/>
              <a:t>AI NPC </a:t>
            </a:r>
            <a:r>
              <a:rPr lang="ko-KR" altLang="en-US" dirty="0"/>
              <a:t>만들기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E2A1C0-184E-428C-BF85-BE1950482B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977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B6B39F-43DE-46C0-934E-3288B2EA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어떻게 똑똑한 </a:t>
            </a:r>
            <a:r>
              <a:rPr lang="en-US" altLang="ko-KR" dirty="0"/>
              <a:t>NPC</a:t>
            </a:r>
            <a:r>
              <a:rPr lang="ko-KR" altLang="en-US" dirty="0"/>
              <a:t>로 </a:t>
            </a:r>
            <a:r>
              <a:rPr lang="ko-KR" altLang="en-US" dirty="0" err="1"/>
              <a:t>만들수</a:t>
            </a:r>
            <a:r>
              <a:rPr lang="ko-KR" altLang="en-US" dirty="0"/>
              <a:t> 있나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B8E4E-F345-40CB-9B3E-C7F3480E6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7762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월드의 정보를 수집 하고 정보를 바탕으로 한 행동을 결정한다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731C7F-19B0-4B02-9103-243598A2E966}"/>
              </a:ext>
            </a:extLst>
          </p:cNvPr>
          <p:cNvSpPr txBox="1"/>
          <p:nvPr/>
        </p:nvSpPr>
        <p:spPr>
          <a:xfrm>
            <a:off x="838199" y="2362895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정보수집하기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AIPerceptionComponent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r>
              <a:rPr lang="en-US" altLang="ko-KR" dirty="0"/>
              <a:t>: </a:t>
            </a:r>
            <a:r>
              <a:rPr lang="ko-KR" altLang="en-US" dirty="0"/>
              <a:t>실행 중 시야</a:t>
            </a:r>
            <a:r>
              <a:rPr lang="en-US" altLang="ko-KR" dirty="0"/>
              <a:t>,</a:t>
            </a:r>
            <a:r>
              <a:rPr lang="ko-KR" altLang="en-US" dirty="0"/>
              <a:t>노이즈</a:t>
            </a:r>
            <a:r>
              <a:rPr lang="en-US" altLang="ko-KR" dirty="0"/>
              <a:t>,</a:t>
            </a:r>
            <a:r>
              <a:rPr lang="ko-KR" altLang="en-US" dirty="0"/>
              <a:t>데미지</a:t>
            </a:r>
            <a:r>
              <a:rPr lang="en-US" altLang="ko-KR" dirty="0"/>
              <a:t> </a:t>
            </a:r>
            <a:r>
              <a:rPr lang="ko-KR" altLang="en-US" dirty="0"/>
              <a:t>등 자극을 감지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EQS </a:t>
            </a:r>
            <a:r>
              <a:rPr lang="ko-KR" altLang="en-US" dirty="0"/>
              <a:t>사용</a:t>
            </a:r>
            <a:r>
              <a:rPr lang="en-US" altLang="ko-KR" dirty="0"/>
              <a:t>(Environment Query System) :  </a:t>
            </a:r>
            <a:r>
              <a:rPr lang="ko-KR" altLang="en-US" dirty="0"/>
              <a:t>월드의 환경 정보를 질의 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D8CF8-C3AB-435E-A52F-4F3F834DDDD6}"/>
              </a:ext>
            </a:extLst>
          </p:cNvPr>
          <p:cNvSpPr txBox="1"/>
          <p:nvPr/>
        </p:nvSpPr>
        <p:spPr>
          <a:xfrm>
            <a:off x="785418" y="3493879"/>
            <a:ext cx="106211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이동하기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월드에 </a:t>
            </a:r>
            <a:r>
              <a:rPr lang="en-US" altLang="ko-KR" dirty="0" err="1"/>
              <a:t>NavigationVolume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: </a:t>
            </a:r>
            <a:r>
              <a:rPr lang="ko-KR" altLang="en-US" dirty="0"/>
              <a:t>지형에 대해서 갈수 </a:t>
            </a:r>
            <a:r>
              <a:rPr lang="ko-KR" altLang="en-US" dirty="0" err="1"/>
              <a:t>있는곳</a:t>
            </a:r>
            <a:r>
              <a:rPr lang="ko-KR" altLang="en-US" dirty="0"/>
              <a:t> 을 미리 계산하여 데이터로 준비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네비게이션 정보를 기반한 기본적인 이동 명령 제공한다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</a:t>
            </a:r>
            <a:r>
              <a:rPr lang="en-US" altLang="ko-KR" dirty="0" err="1"/>
              <a:t>MoveTo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/>
              <a:t>(</a:t>
            </a:r>
            <a:r>
              <a:rPr lang="ko-KR" altLang="en-US" dirty="0"/>
              <a:t>결과에 대한 정보 제공 다름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5DDF3-B821-4CBD-B72F-FB62068F19BF}"/>
              </a:ext>
            </a:extLst>
          </p:cNvPr>
          <p:cNvSpPr txBox="1"/>
          <p:nvPr/>
        </p:nvSpPr>
        <p:spPr>
          <a:xfrm>
            <a:off x="838199" y="5248205"/>
            <a:ext cx="10763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BehaviorTree</a:t>
            </a:r>
            <a:r>
              <a:rPr lang="ko-KR" altLang="en-US" dirty="0"/>
              <a:t> </a:t>
            </a:r>
            <a:r>
              <a:rPr lang="en-US" altLang="ko-KR" dirty="0"/>
              <a:t>&amp; Blackboard </a:t>
            </a:r>
            <a:r>
              <a:rPr lang="ko-KR" altLang="en-US" dirty="0"/>
              <a:t>사용하기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AIController,Pawn</a:t>
            </a:r>
            <a:r>
              <a:rPr lang="ko-KR" altLang="en-US" dirty="0"/>
              <a:t>과 분리된 </a:t>
            </a:r>
            <a:r>
              <a:rPr lang="ko-KR" altLang="en-US" dirty="0" err="1"/>
              <a:t>어셋으로</a:t>
            </a:r>
            <a:r>
              <a:rPr lang="ko-KR" altLang="en-US" dirty="0"/>
              <a:t>  순서도</a:t>
            </a:r>
            <a:r>
              <a:rPr lang="en-US" altLang="ko-KR" dirty="0"/>
              <a:t>(Flowchart)</a:t>
            </a:r>
            <a:r>
              <a:rPr lang="ko-KR" altLang="en-US" dirty="0"/>
              <a:t>와</a:t>
            </a:r>
            <a:r>
              <a:rPr lang="en-US" altLang="ko-KR" dirty="0"/>
              <a:t> </a:t>
            </a:r>
            <a:r>
              <a:rPr lang="ko-KR" altLang="en-US" dirty="0"/>
              <a:t>유사한 행동결정 논리를 </a:t>
            </a:r>
            <a:r>
              <a:rPr lang="ko-KR" altLang="en-US" dirty="0" err="1"/>
              <a:t>어셋에</a:t>
            </a:r>
            <a:r>
              <a:rPr lang="ko-KR" altLang="en-US" dirty="0"/>
              <a:t> </a:t>
            </a:r>
            <a:r>
              <a:rPr lang="ko-KR" altLang="en-US" dirty="0" err="1"/>
              <a:t>담을수</a:t>
            </a:r>
            <a:r>
              <a:rPr lang="ko-KR" altLang="en-US" dirty="0"/>
              <a:t> 있다 </a:t>
            </a:r>
            <a:r>
              <a:rPr lang="en-US" altLang="ko-KR" dirty="0"/>
              <a:t>Blackboard</a:t>
            </a:r>
            <a:r>
              <a:rPr lang="ko-KR" altLang="en-US" dirty="0"/>
              <a:t> 는 </a:t>
            </a:r>
            <a:r>
              <a:rPr lang="en-US" altLang="ko-KR" dirty="0" err="1"/>
              <a:t>BehaviorTree</a:t>
            </a:r>
            <a:r>
              <a:rPr lang="ko-KR" altLang="en-US" dirty="0"/>
              <a:t>가 행동을 결정 </a:t>
            </a:r>
            <a:r>
              <a:rPr lang="ko-KR" altLang="en-US" dirty="0" err="1"/>
              <a:t>할때</a:t>
            </a:r>
            <a:r>
              <a:rPr lang="ko-KR" altLang="en-US" dirty="0"/>
              <a:t> 참고하는 데이터 정의 및 기억장소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0452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6FB693-4264-4492-BB38-3412BE31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설치 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ED25374-B03E-45AC-8EF0-03FC21B7A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월드에 </a:t>
            </a:r>
            <a:r>
              <a:rPr lang="en-US" altLang="ko-KR" dirty="0" err="1"/>
              <a:t>NaviMeshBoundVolume</a:t>
            </a:r>
            <a:r>
              <a:rPr lang="ko-KR" altLang="en-US" dirty="0"/>
              <a:t> </a:t>
            </a:r>
            <a:r>
              <a:rPr lang="ko-KR" altLang="en-US" dirty="0" err="1"/>
              <a:t>액터</a:t>
            </a:r>
            <a:r>
              <a:rPr lang="ko-KR" altLang="en-US" dirty="0"/>
              <a:t> 배치</a:t>
            </a:r>
            <a:endParaRPr lang="en-US" altLang="ko-KR" dirty="0"/>
          </a:p>
          <a:p>
            <a:r>
              <a:rPr lang="ko-KR" altLang="en-US" dirty="0"/>
              <a:t>박스 확장 후 빌드에서 패스 빌드 필요</a:t>
            </a:r>
            <a:endParaRPr lang="en-US" altLang="ko-KR" dirty="0"/>
          </a:p>
          <a:p>
            <a:r>
              <a:rPr lang="ko-KR" altLang="en-US" dirty="0"/>
              <a:t>영역 키보드 </a:t>
            </a:r>
            <a:r>
              <a:rPr lang="en-US" altLang="ko-KR" dirty="0"/>
              <a:t>P</a:t>
            </a:r>
            <a:r>
              <a:rPr lang="ko-KR" altLang="en-US" dirty="0"/>
              <a:t>로 에디터에서 확인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3149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DDFEC-FC21-4492-B664-38E70925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1.</a:t>
            </a:r>
            <a:r>
              <a:rPr lang="ko-KR" altLang="en-US" dirty="0"/>
              <a:t> 랜덤 </a:t>
            </a:r>
            <a:r>
              <a:rPr lang="ko-KR" altLang="en-US" dirty="0" err="1"/>
              <a:t>위치얻기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0657-1DB4-48D1-89A0-D4706A42B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GetRandomPointInNavigableRadius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 err="1"/>
              <a:t>Orgin</a:t>
            </a:r>
            <a:r>
              <a:rPr lang="ko-KR" altLang="en-US" dirty="0"/>
              <a:t>에서 부터 주위 반경에서 </a:t>
            </a:r>
            <a:r>
              <a:rPr lang="ko-KR" altLang="en-US" dirty="0" err="1"/>
              <a:t>랜덤한</a:t>
            </a:r>
            <a:r>
              <a:rPr lang="ko-KR" altLang="en-US" dirty="0"/>
              <a:t> 곳</a:t>
            </a:r>
            <a:r>
              <a:rPr lang="en-US" altLang="ko-KR" dirty="0"/>
              <a:t> </a:t>
            </a:r>
            <a:r>
              <a:rPr lang="ko-KR" altLang="en-US" dirty="0"/>
              <a:t>리턴 </a:t>
            </a:r>
            <a:r>
              <a:rPr lang="en-US" altLang="ko-KR" dirty="0"/>
              <a:t>, </a:t>
            </a:r>
            <a:r>
              <a:rPr lang="ko-KR" altLang="en-US" dirty="0"/>
              <a:t>가능한지 확인</a:t>
            </a:r>
            <a:r>
              <a:rPr lang="en-US" altLang="ko-KR" dirty="0"/>
              <a:t>x</a:t>
            </a:r>
          </a:p>
          <a:p>
            <a:r>
              <a:rPr lang="en-US" altLang="ko-KR" dirty="0" err="1"/>
              <a:t>GetRandomReachablePointInRadius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위와 같지만 </a:t>
            </a:r>
            <a:r>
              <a:rPr lang="en-US" altLang="ko-KR" dirty="0" err="1"/>
              <a:t>Orgin</a:t>
            </a:r>
            <a:r>
              <a:rPr lang="ko-KR" altLang="en-US" dirty="0"/>
              <a:t>에서 이동 가능한곳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2820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84B83-E196-4891-918C-8AC858CE2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2.</a:t>
            </a:r>
            <a:r>
              <a:rPr lang="ko-KR" altLang="en-US" dirty="0"/>
              <a:t> 이동하기 관련 노드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D74C3-142E-4E6B-A8E2-48DE117F0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GetMoveStatus</a:t>
            </a:r>
            <a:r>
              <a:rPr lang="en-US" altLang="ko-KR" dirty="0"/>
              <a:t>   </a:t>
            </a:r>
            <a:r>
              <a:rPr lang="ko-KR" altLang="en-US" dirty="0"/>
              <a:t>이동상태 확인하기  </a:t>
            </a:r>
            <a:r>
              <a:rPr lang="en-US" altLang="ko-KR" dirty="0"/>
              <a:t>Idle </a:t>
            </a:r>
            <a:r>
              <a:rPr lang="en-US" altLang="ko-KR" dirty="0">
                <a:sym typeface="Wingdings" panose="05000000000000000000" pitchFamily="2" charset="2"/>
              </a:rPr>
              <a:t> Moving</a:t>
            </a:r>
            <a:endParaRPr lang="ko-KR" altLang="en-US" dirty="0"/>
          </a:p>
          <a:p>
            <a:endParaRPr lang="en-US" altLang="ko-KR" dirty="0"/>
          </a:p>
          <a:p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r>
              <a:rPr lang="ko-KR" altLang="en-US" dirty="0"/>
              <a:t>옵션이 적은 가장 단순한형태</a:t>
            </a:r>
            <a:endParaRPr lang="en-US" altLang="ko-KR" dirty="0"/>
          </a:p>
          <a:p>
            <a:r>
              <a:rPr lang="en-US" altLang="ko-KR" dirty="0" err="1"/>
              <a:t>MoveToLocation</a:t>
            </a:r>
            <a:r>
              <a:rPr lang="en-US" altLang="ko-KR" dirty="0"/>
              <a:t>(Actor) </a:t>
            </a:r>
            <a:r>
              <a:rPr lang="ko-KR" altLang="en-US" dirty="0" err="1"/>
              <a:t>요청시</a:t>
            </a:r>
            <a:r>
              <a:rPr lang="ko-KR" altLang="en-US" dirty="0"/>
              <a:t> 결과만 리턴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ko-KR" altLang="en-US" dirty="0"/>
              <a:t>이동결과는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MoveCompleted</a:t>
            </a:r>
            <a:r>
              <a:rPr lang="en-US" altLang="ko-KR" dirty="0"/>
              <a:t> </a:t>
            </a:r>
            <a:r>
              <a:rPr lang="ko-KR" altLang="en-US" dirty="0"/>
              <a:t>이벤트 바인딩필요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 err="1"/>
              <a:t>AIMoveTo</a:t>
            </a:r>
            <a:r>
              <a:rPr lang="en-US" altLang="ko-KR" dirty="0"/>
              <a:t> </a:t>
            </a:r>
            <a:r>
              <a:rPr lang="ko-KR" altLang="en-US" dirty="0"/>
              <a:t>이동 후 성공 실패를 </a:t>
            </a:r>
            <a:r>
              <a:rPr lang="ko-KR" altLang="en-US" dirty="0" err="1"/>
              <a:t>노드연결로</a:t>
            </a:r>
            <a:r>
              <a:rPr lang="ko-KR" altLang="en-US" dirty="0"/>
              <a:t> 제공 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3448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3C7756-A8C5-41E0-9C2D-9278D7AC0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 상태 확인 </a:t>
            </a:r>
            <a:r>
              <a:rPr lang="en-US" altLang="ko-KR" dirty="0" err="1"/>
              <a:t>GetMoveStatus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35F9BAA-496E-4064-9168-93CB162B33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3404" y="1334111"/>
            <a:ext cx="6662057" cy="546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34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실내, 검은색, 모니터, 화면이(가) 표시된 사진&#10;ㅇㅇㅇ&#10;자동 생성된 설명">
            <a:extLst>
              <a:ext uri="{FF2B5EF4-FFF2-40B4-BE49-F238E27FC236}">
                <a16:creationId xmlns:a16="http://schemas.microsoft.com/office/drawing/2014/main" id="{9F7D6A13-F4C0-4103-952F-7A62D5076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571" y="1287891"/>
            <a:ext cx="11336694" cy="55701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B2E19E-BCB4-4526-A89D-58856EAE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3385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45F71-6F8E-4738-9306-6C9575C3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MoveToLocation</a:t>
            </a:r>
            <a:r>
              <a:rPr lang="en-US" altLang="ko-KR" dirty="0"/>
              <a:t>(Actor)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154ABAF6-2709-4D6A-A6CD-C0131D63A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013" y="1349763"/>
            <a:ext cx="12063987" cy="541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72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6AA2A-E608-4EF3-A489-603B54EE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AIMoveTo</a:t>
            </a:r>
            <a:endParaRPr lang="ko-KR" altLang="en-US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DB3358B2-7F70-4B59-826E-CD258C5315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444" y="1358782"/>
            <a:ext cx="11153423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351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13B27-7640-4F05-97AC-52A4754A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</a:t>
            </a:r>
            <a:r>
              <a:rPr lang="en-US" altLang="ko-KR" dirty="0"/>
              <a:t> Component (</a:t>
            </a:r>
            <a:r>
              <a:rPr lang="ko-KR" altLang="en-US" dirty="0"/>
              <a:t>지각 컴포넌트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5AB57-B2B7-49AB-B103-EFA27301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발생자</a:t>
            </a:r>
            <a:r>
              <a:rPr lang="en-US" altLang="ko-KR" dirty="0"/>
              <a:t>(Instigator – </a:t>
            </a:r>
            <a:r>
              <a:rPr lang="ko-KR" altLang="en-US" dirty="0"/>
              <a:t>보통 </a:t>
            </a:r>
            <a:r>
              <a:rPr lang="en-US" altLang="ko-KR" dirty="0"/>
              <a:t>Pawn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r>
              <a:rPr lang="ko-KR" altLang="en-US" dirty="0"/>
              <a:t>가 생성한 자극을 감지한다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시야</a:t>
            </a:r>
            <a:r>
              <a:rPr lang="en-US" altLang="ko-KR" dirty="0"/>
              <a:t>(Sight), </a:t>
            </a:r>
            <a:r>
              <a:rPr lang="ko-KR" altLang="en-US" dirty="0"/>
              <a:t>잡음</a:t>
            </a:r>
            <a:r>
              <a:rPr lang="en-US" altLang="ko-KR" dirty="0"/>
              <a:t>(Noise),</a:t>
            </a:r>
            <a:r>
              <a:rPr lang="ko-KR" altLang="en-US" dirty="0"/>
              <a:t>데미지</a:t>
            </a:r>
            <a:r>
              <a:rPr lang="en-US" altLang="ko-KR" dirty="0"/>
              <a:t>(Damage),</a:t>
            </a:r>
            <a:r>
              <a:rPr lang="ko-KR" altLang="en-US" dirty="0" err="1"/>
              <a:t>액터예측</a:t>
            </a:r>
            <a:r>
              <a:rPr lang="ko-KR" altLang="en-US" dirty="0"/>
              <a:t> </a:t>
            </a:r>
            <a:r>
              <a:rPr lang="en-US" altLang="ko-KR" dirty="0"/>
              <a:t>(Prediction)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에 컴포넌트를 추가해서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감지할 자극에 대한 설정이 필요함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감지 이후 잊는 시간 설정이 가능 </a:t>
            </a:r>
            <a:r>
              <a:rPr lang="en-US" altLang="ko-KR" dirty="0"/>
              <a:t>( Max Age) ,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잊지않음</a:t>
            </a:r>
            <a:r>
              <a:rPr lang="ko-KR" altLang="en-US" dirty="0"/>
              <a:t>  </a:t>
            </a:r>
            <a:endParaRPr lang="en-US" altLang="ko-KR" dirty="0"/>
          </a:p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를 </a:t>
            </a:r>
            <a:r>
              <a:rPr lang="en-US" altLang="ko-KR" dirty="0"/>
              <a:t>Instigator </a:t>
            </a:r>
            <a:r>
              <a:rPr lang="ko-KR" altLang="en-US" dirty="0"/>
              <a:t>로 쓰려면 </a:t>
            </a:r>
            <a:r>
              <a:rPr lang="en-US" altLang="ko-KR" dirty="0" err="1"/>
              <a:t>AIPerceptionStimuliSource</a:t>
            </a:r>
            <a:r>
              <a:rPr lang="ko-KR" altLang="en-US" dirty="0"/>
              <a:t> </a:t>
            </a:r>
            <a:r>
              <a:rPr lang="en-US" altLang="ko-KR" dirty="0"/>
              <a:t>Component </a:t>
            </a:r>
            <a:r>
              <a:rPr lang="ko-KR" altLang="en-US" dirty="0"/>
              <a:t>추가가 필요하다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OnTargetActorPerceptionUpdated</a:t>
            </a:r>
            <a:r>
              <a:rPr lang="en-US" altLang="ko-KR" dirty="0"/>
              <a:t> </a:t>
            </a:r>
            <a:r>
              <a:rPr lang="ko-KR" altLang="en-US" dirty="0"/>
              <a:t>감지정보가 </a:t>
            </a:r>
            <a:r>
              <a:rPr lang="ko-KR" altLang="en-US" dirty="0" err="1"/>
              <a:t>업데이트될때</a:t>
            </a:r>
            <a:r>
              <a:rPr lang="ko-KR" altLang="en-US" dirty="0"/>
              <a:t> 호출됨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3942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7431-0478-498F-8E4F-66F2EAB5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시야 </a:t>
            </a:r>
            <a:r>
              <a:rPr lang="en-US" altLang="ko-KR" dirty="0"/>
              <a:t>( Sight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8F9BE-D27D-43D1-8E24-E46698DFA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028425"/>
            <a:ext cx="5181600" cy="34644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 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0916A469-3F9E-484D-91B9-B86BDF41D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57025"/>
            <a:ext cx="5181600" cy="3319938"/>
          </a:xfrm>
        </p:spPr>
        <p:txBody>
          <a:bodyPr>
            <a:normAutofit/>
          </a:bodyPr>
          <a:lstStyle/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는 자동인식 </a:t>
            </a:r>
            <a:r>
              <a:rPr lang="en-US" altLang="ko-KR" dirty="0"/>
              <a:t>X</a:t>
            </a:r>
          </a:p>
          <a:p>
            <a:pPr marL="0" indent="0">
              <a:buNone/>
            </a:pPr>
            <a:r>
              <a:rPr lang="en-US" altLang="ko-KR" dirty="0" err="1"/>
              <a:t>AIPerceptionStimuliSource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 필요 </a:t>
            </a:r>
            <a:r>
              <a:rPr lang="en-US" altLang="ko-KR" dirty="0"/>
              <a:t>( Sight</a:t>
            </a:r>
            <a:r>
              <a:rPr lang="ko-KR" altLang="en-US" dirty="0"/>
              <a:t>설정 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sz="3200" dirty="0"/>
          </a:p>
          <a:p>
            <a:r>
              <a:rPr lang="en-US" altLang="ko-KR" dirty="0"/>
              <a:t>Pawn(Character)</a:t>
            </a:r>
            <a:r>
              <a:rPr lang="ko-KR" altLang="en-US" dirty="0"/>
              <a:t>은 자동인식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370872F-FA10-498A-BA76-9EF826D54323}"/>
              </a:ext>
            </a:extLst>
          </p:cNvPr>
          <p:cNvSpPr/>
          <p:nvPr/>
        </p:nvSpPr>
        <p:spPr>
          <a:xfrm>
            <a:off x="2041688" y="4769963"/>
            <a:ext cx="1387312" cy="1538955"/>
          </a:xfrm>
          <a:prstGeom prst="round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Pawn</a:t>
            </a:r>
          </a:p>
          <a:p>
            <a:pPr algn="ctr"/>
            <a:r>
              <a:rPr lang="en-US" altLang="ko-KR" dirty="0"/>
              <a:t>(Character)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C42F822-7A1D-459C-A716-D669F5EC2438}"/>
              </a:ext>
            </a:extLst>
          </p:cNvPr>
          <p:cNvSpPr/>
          <p:nvPr/>
        </p:nvSpPr>
        <p:spPr>
          <a:xfrm>
            <a:off x="1943210" y="3091522"/>
            <a:ext cx="1387312" cy="1430690"/>
          </a:xfrm>
          <a:prstGeom prst="ellipse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Actor</a:t>
            </a:r>
            <a:endParaRPr lang="ko-KR" altLang="en-US" dirty="0"/>
          </a:p>
        </p:txBody>
      </p:sp>
      <p:sp>
        <p:nvSpPr>
          <p:cNvPr id="21" name="내용 개체 틀 19">
            <a:extLst>
              <a:ext uri="{FF2B5EF4-FFF2-40B4-BE49-F238E27FC236}">
                <a16:creationId xmlns:a16="http://schemas.microsoft.com/office/drawing/2014/main" id="{7D28DEA8-AD43-40AD-A253-BAE31DC43340}"/>
              </a:ext>
            </a:extLst>
          </p:cNvPr>
          <p:cNvSpPr txBox="1">
            <a:spLocks/>
          </p:cNvSpPr>
          <p:nvPr/>
        </p:nvSpPr>
        <p:spPr>
          <a:xfrm>
            <a:off x="622168" y="1589767"/>
            <a:ext cx="11130807" cy="11909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/>
              <a:t>블루프린트</a:t>
            </a:r>
            <a:r>
              <a:rPr lang="ko-KR" altLang="en-US" dirty="0"/>
              <a:t> </a:t>
            </a:r>
            <a:r>
              <a:rPr lang="ko-KR" altLang="en-US" dirty="0" err="1"/>
              <a:t>노드호출</a:t>
            </a:r>
            <a:r>
              <a:rPr lang="ko-KR" altLang="en-US" dirty="0"/>
              <a:t> 없이 자동 인식 한다</a:t>
            </a:r>
            <a:r>
              <a:rPr lang="en-US" altLang="ko-KR" dirty="0"/>
              <a:t>. </a:t>
            </a:r>
            <a:r>
              <a:rPr lang="ko-KR" altLang="en-US" dirty="0"/>
              <a:t>시야 검사를 위해 </a:t>
            </a:r>
            <a:r>
              <a:rPr lang="en-US" altLang="ko-KR" dirty="0"/>
              <a:t>1</a:t>
            </a:r>
            <a:r>
              <a:rPr lang="ko-KR" altLang="en-US" dirty="0"/>
              <a:t>차로 </a:t>
            </a:r>
            <a:r>
              <a:rPr lang="ko-KR" altLang="en-US" dirty="0" err="1"/>
              <a:t>시야각</a:t>
            </a:r>
            <a:r>
              <a:rPr lang="ko-KR" altLang="en-US" dirty="0"/>
              <a:t> 검사</a:t>
            </a:r>
            <a:r>
              <a:rPr lang="en-US" altLang="ko-KR" dirty="0"/>
              <a:t>, 2</a:t>
            </a:r>
            <a:r>
              <a:rPr lang="ko-KR" altLang="en-US" dirty="0"/>
              <a:t>차로 </a:t>
            </a:r>
            <a:r>
              <a:rPr lang="en-US" altLang="ko-KR" dirty="0"/>
              <a:t>AI </a:t>
            </a:r>
            <a:r>
              <a:rPr lang="ko-KR" altLang="en-US" dirty="0"/>
              <a:t>눈높이 시점에서 </a:t>
            </a:r>
            <a:r>
              <a:rPr lang="en-US" altLang="ko-KR" dirty="0"/>
              <a:t>Pawn</a:t>
            </a:r>
            <a:r>
              <a:rPr lang="ko-KR" altLang="en-US" dirty="0"/>
              <a:t>의  캡슐위치로 라인검사를 한다</a:t>
            </a:r>
            <a:r>
              <a:rPr lang="en-US" altLang="ko-KR" dirty="0"/>
              <a:t>.   </a:t>
            </a:r>
            <a:r>
              <a:rPr lang="ko-KR" altLang="en-US" dirty="0"/>
              <a:t>시야가 사라진 후에 </a:t>
            </a:r>
            <a:r>
              <a:rPr lang="en-US" altLang="ko-KR" dirty="0" err="1"/>
              <a:t>MaxAge</a:t>
            </a:r>
            <a:r>
              <a:rPr lang="ko-KR" altLang="en-US" dirty="0"/>
              <a:t>시간 만큼</a:t>
            </a:r>
            <a:r>
              <a:rPr lang="en-US" altLang="ko-KR" dirty="0"/>
              <a:t> </a:t>
            </a:r>
            <a:r>
              <a:rPr lang="ko-KR" altLang="en-US" dirty="0"/>
              <a:t>자극정보 남음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20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8C8A0-6858-4D8F-A9C6-D200B7CA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잡음 </a:t>
            </a:r>
            <a:r>
              <a:rPr lang="en-US" altLang="ko-KR" dirty="0"/>
              <a:t>( Noise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4E9C7-66A3-43F9-AF60-50D4D8A8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ReportNoiseEvent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Input: </a:t>
            </a:r>
          </a:p>
          <a:p>
            <a:pPr marL="0" indent="0">
              <a:buNone/>
            </a:pPr>
            <a:r>
              <a:rPr lang="en-US" altLang="ko-KR" dirty="0"/>
              <a:t>Vecto3 Noise Location       </a:t>
            </a:r>
            <a:r>
              <a:rPr lang="ko-KR" altLang="en-US" dirty="0"/>
              <a:t>노이즈 위치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Float Loudness	// </a:t>
            </a:r>
            <a:r>
              <a:rPr lang="en-US" altLang="ko-KR" dirty="0" err="1"/>
              <a:t>MaxRange</a:t>
            </a:r>
            <a:r>
              <a:rPr lang="ko-KR" altLang="en-US" dirty="0"/>
              <a:t>와 </a:t>
            </a:r>
            <a:r>
              <a:rPr lang="ko-KR" altLang="en-US" dirty="0" err="1"/>
              <a:t>곱해짐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Actor Instigator	// </a:t>
            </a:r>
            <a:r>
              <a:rPr lang="ko-KR" altLang="en-US" dirty="0"/>
              <a:t>발생시킨 </a:t>
            </a:r>
            <a:r>
              <a:rPr lang="ko-KR" altLang="en-US" dirty="0" err="1"/>
              <a:t>액터</a:t>
            </a:r>
            <a:r>
              <a:rPr lang="ko-KR" altLang="en-US" dirty="0"/>
              <a:t> </a:t>
            </a:r>
            <a:r>
              <a:rPr lang="en-US" altLang="ko-KR" dirty="0"/>
              <a:t>(Pawn</a:t>
            </a:r>
            <a:r>
              <a:rPr lang="ko-KR" altLang="en-US" dirty="0"/>
              <a:t>이 아니어도 작동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Float </a:t>
            </a:r>
            <a:r>
              <a:rPr lang="en-US" altLang="ko-KR" dirty="0" err="1"/>
              <a:t>MaxRange</a:t>
            </a:r>
            <a:r>
              <a:rPr lang="en-US" altLang="ko-KR" dirty="0"/>
              <a:t>  //</a:t>
            </a:r>
            <a:r>
              <a:rPr lang="ko-KR" altLang="en-US" dirty="0"/>
              <a:t>소리가 </a:t>
            </a:r>
            <a:r>
              <a:rPr lang="ko-KR" altLang="en-US" dirty="0" err="1"/>
              <a:t>닿을수있는거리</a:t>
            </a:r>
            <a:r>
              <a:rPr lang="ko-KR" altLang="en-US" dirty="0"/>
              <a:t> </a:t>
            </a:r>
            <a:r>
              <a:rPr lang="en-US" altLang="ko-KR" dirty="0"/>
              <a:t>, 0</a:t>
            </a:r>
            <a:r>
              <a:rPr lang="ko-KR" altLang="en-US" dirty="0"/>
              <a:t>무한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Name Tag		// </a:t>
            </a:r>
            <a:r>
              <a:rPr lang="ko-KR" altLang="en-US" dirty="0"/>
              <a:t>추가정보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981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A5E2C-A552-4989-92AA-9892EADE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데미지 </a:t>
            </a:r>
            <a:r>
              <a:rPr lang="en-US" altLang="ko-KR" dirty="0"/>
              <a:t>( Damage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3D7AA-3D78-4FD0-9347-934750864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ReportDamageEvent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</a:t>
            </a:r>
          </a:p>
          <a:p>
            <a:r>
              <a:rPr lang="en-US" altLang="ko-KR" dirty="0"/>
              <a:t>Actor </a:t>
            </a:r>
            <a:r>
              <a:rPr lang="en-US" altLang="ko-KR" dirty="0" err="1"/>
              <a:t>DamagedActor</a:t>
            </a:r>
            <a:r>
              <a:rPr lang="en-US" altLang="ko-KR" dirty="0"/>
              <a:t>		// </a:t>
            </a:r>
            <a:r>
              <a:rPr lang="ko-KR" altLang="en-US" dirty="0"/>
              <a:t>데미지 </a:t>
            </a:r>
            <a:r>
              <a:rPr lang="ko-KR" altLang="en-US" dirty="0" err="1"/>
              <a:t>받는액터</a:t>
            </a:r>
            <a:endParaRPr lang="en-US" altLang="ko-KR" dirty="0"/>
          </a:p>
          <a:p>
            <a:r>
              <a:rPr lang="en-US" altLang="ko-KR" dirty="0"/>
              <a:t>Actor Instigator			// </a:t>
            </a:r>
            <a:r>
              <a:rPr lang="ko-KR" altLang="en-US" dirty="0" err="1"/>
              <a:t>발생시킨액터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en-US" altLang="ko-KR" dirty="0" err="1"/>
              <a:t>DamageAmount</a:t>
            </a:r>
            <a:r>
              <a:rPr lang="en-US" altLang="ko-KR" dirty="0"/>
              <a:t>  // </a:t>
            </a:r>
            <a:r>
              <a:rPr lang="ko-KR" altLang="en-US" dirty="0" err="1"/>
              <a:t>데미지량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이벤트없음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EventLocation</a:t>
            </a:r>
            <a:r>
              <a:rPr lang="en-US" altLang="ko-KR" dirty="0"/>
              <a:t>  // </a:t>
            </a:r>
            <a:r>
              <a:rPr lang="ko-KR" altLang="en-US" dirty="0"/>
              <a:t>데미지 </a:t>
            </a:r>
            <a:r>
              <a:rPr lang="ko-KR" altLang="en-US" dirty="0" err="1"/>
              <a:t>액터</a:t>
            </a:r>
            <a:r>
              <a:rPr lang="ko-KR" altLang="en-US" dirty="0"/>
              <a:t> 위치 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HitLocation</a:t>
            </a:r>
            <a:r>
              <a:rPr lang="en-US" altLang="ko-KR" dirty="0"/>
              <a:t> // </a:t>
            </a:r>
            <a:r>
              <a:rPr lang="ko-KR" altLang="en-US" dirty="0"/>
              <a:t>데미지 받은 위치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7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2F61E-559A-402D-8E5F-C8C8C84D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 err="1"/>
              <a:t>액터</a:t>
            </a:r>
            <a:r>
              <a:rPr lang="ko-KR" altLang="en-US" dirty="0"/>
              <a:t> 예측 </a:t>
            </a:r>
            <a:r>
              <a:rPr lang="en-US" altLang="ko-KR" dirty="0"/>
              <a:t>( Prediction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635C9-A523-41A2-A199-D5A3741F3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RequestControllerPredictEvent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ko-KR" altLang="en-US" dirty="0" err="1"/>
              <a:t>몇초</a:t>
            </a:r>
            <a:r>
              <a:rPr lang="ko-KR" altLang="en-US" dirty="0"/>
              <a:t> 뒤의 </a:t>
            </a:r>
            <a:r>
              <a:rPr lang="en-US" altLang="ko-KR" dirty="0"/>
              <a:t>Actor</a:t>
            </a:r>
            <a:r>
              <a:rPr lang="ko-KR" altLang="en-US" dirty="0"/>
              <a:t>의 위치를 </a:t>
            </a:r>
            <a:r>
              <a:rPr lang="ko-KR" altLang="en-US" dirty="0" err="1"/>
              <a:t>예측요청한다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044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37DBC6-01E8-478C-B31E-945ACA48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61122"/>
            <a:ext cx="11322063" cy="502986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0348ED-852B-4480-86DE-6A334E74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OnTargetActorPerceptionUpdated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720E-268F-4831-96F8-1F9DE4B5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630" y="3428999"/>
            <a:ext cx="8572500" cy="2747963"/>
          </a:xfrm>
        </p:spPr>
        <p:txBody>
          <a:bodyPr>
            <a:normAutofit fontScale="925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자극에 대한 업데이트가 </a:t>
            </a:r>
            <a:r>
              <a:rPr lang="ko-KR" altLang="en-US" dirty="0" err="1">
                <a:solidFill>
                  <a:schemeClr val="bg1"/>
                </a:solidFill>
              </a:rPr>
              <a:t>있을때</a:t>
            </a:r>
            <a:r>
              <a:rPr lang="ko-KR" altLang="en-US" dirty="0">
                <a:solidFill>
                  <a:schemeClr val="bg1"/>
                </a:solidFill>
              </a:rPr>
              <a:t> 이벤트가 일어난다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 새로운 </a:t>
            </a:r>
            <a:r>
              <a:rPr lang="ko-KR" altLang="en-US" dirty="0" err="1">
                <a:solidFill>
                  <a:schemeClr val="bg1"/>
                </a:solidFill>
              </a:rPr>
              <a:t>액터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r>
              <a:rPr lang="ko-KR" altLang="en-US" dirty="0">
                <a:solidFill>
                  <a:schemeClr val="bg1"/>
                </a:solidFill>
              </a:rPr>
              <a:t>자극이 </a:t>
            </a:r>
            <a:r>
              <a:rPr lang="ko-KR" altLang="en-US" dirty="0" err="1">
                <a:solidFill>
                  <a:schemeClr val="bg1"/>
                </a:solidFill>
              </a:rPr>
              <a:t>감지될때</a:t>
            </a:r>
            <a:r>
              <a:rPr lang="ko-KR" altLang="en-US" dirty="0">
                <a:solidFill>
                  <a:schemeClr val="bg1"/>
                </a:solidFill>
              </a:rPr>
              <a:t> 또는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 감지한 이후 잊혀지는 시간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MaxAge</a:t>
            </a:r>
            <a:r>
              <a:rPr lang="en-US" altLang="ko-KR" dirty="0">
                <a:solidFill>
                  <a:schemeClr val="bg1"/>
                </a:solidFill>
              </a:rPr>
              <a:t>) </a:t>
            </a:r>
            <a:r>
              <a:rPr lang="ko-KR" altLang="en-US" dirty="0">
                <a:solidFill>
                  <a:schemeClr val="bg1"/>
                </a:solidFill>
              </a:rPr>
              <a:t>이후 자극이 </a:t>
            </a:r>
            <a:r>
              <a:rPr lang="ko-KR" altLang="en-US" dirty="0" err="1">
                <a:solidFill>
                  <a:schemeClr val="bg1"/>
                </a:solidFill>
              </a:rPr>
              <a:t>사라질때</a:t>
            </a:r>
            <a:r>
              <a:rPr lang="ko-KR" altLang="en-US" dirty="0">
                <a:solidFill>
                  <a:schemeClr val="bg1"/>
                </a:solidFill>
              </a:rPr>
              <a:t> 호출된다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r>
              <a:rPr lang="ko-KR" altLang="en-US" dirty="0">
                <a:solidFill>
                  <a:schemeClr val="bg1"/>
                </a:solidFill>
              </a:rPr>
              <a:t>  </a:t>
            </a:r>
            <a:endParaRPr lang="en-US" altLang="ko-KR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Output: Actor (</a:t>
            </a:r>
            <a:r>
              <a:rPr lang="ko-KR" altLang="en-US" dirty="0">
                <a:solidFill>
                  <a:schemeClr val="bg1"/>
                </a:solidFill>
              </a:rPr>
              <a:t>업데이트가 일어난</a:t>
            </a:r>
            <a:r>
              <a:rPr lang="en-US" altLang="ko-KR" dirty="0">
                <a:solidFill>
                  <a:schemeClr val="bg1"/>
                </a:solidFill>
              </a:rPr>
              <a:t>Actor)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</a:rPr>
              <a:t>            Stimulus(</a:t>
            </a:r>
            <a:r>
              <a:rPr lang="ko-KR" altLang="en-US" dirty="0">
                <a:solidFill>
                  <a:schemeClr val="bg1"/>
                </a:solidFill>
              </a:rPr>
              <a:t>업데이트된 자극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94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83221B-E0C4-4B2B-88D6-D4F5443C1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7074" y="0"/>
            <a:ext cx="12376741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0DC94-C92A-4814-9CF7-EB8DB52DABF3}"/>
              </a:ext>
            </a:extLst>
          </p:cNvPr>
          <p:cNvSpPr txBox="1"/>
          <p:nvPr/>
        </p:nvSpPr>
        <p:spPr>
          <a:xfrm>
            <a:off x="0" y="2698002"/>
            <a:ext cx="116045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</a:rPr>
              <a:t>Age : </a:t>
            </a:r>
            <a:r>
              <a:rPr lang="ko-KR" altLang="en-US" sz="3200" dirty="0">
                <a:solidFill>
                  <a:schemeClr val="bg1"/>
                </a:solidFill>
              </a:rPr>
              <a:t>자극이 발생한 이후의 시간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Expiration Age: </a:t>
            </a:r>
            <a:r>
              <a:rPr lang="ko-KR" altLang="en-US" sz="3200" dirty="0">
                <a:solidFill>
                  <a:schemeClr val="bg1"/>
                </a:solidFill>
              </a:rPr>
              <a:t>자극이 무효화 되기까지의 시간</a:t>
            </a:r>
            <a:br>
              <a:rPr lang="en-US" altLang="ko-KR" sz="3200" dirty="0">
                <a:solidFill>
                  <a:schemeClr val="bg1"/>
                </a:solidFill>
              </a:rPr>
            </a:br>
            <a:r>
              <a:rPr lang="en-US" altLang="ko-KR" sz="3200" dirty="0">
                <a:solidFill>
                  <a:schemeClr val="bg1"/>
                </a:solidFill>
              </a:rPr>
              <a:t>Strength: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가중치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Stimulus Location: </a:t>
            </a:r>
            <a:r>
              <a:rPr lang="ko-KR" altLang="en-US" sz="3200" dirty="0">
                <a:solidFill>
                  <a:schemeClr val="bg1"/>
                </a:solidFill>
              </a:rPr>
              <a:t>자극이 시작된 곳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Receiver Location:  </a:t>
            </a:r>
            <a:r>
              <a:rPr lang="ko-KR" altLang="en-US" sz="3200" dirty="0">
                <a:solidFill>
                  <a:schemeClr val="bg1"/>
                </a:solidFill>
              </a:rPr>
              <a:t>시스템이 자극을 등록한곳</a:t>
            </a:r>
            <a:r>
              <a:rPr lang="en-US" altLang="ko-KR" sz="3200" dirty="0">
                <a:solidFill>
                  <a:schemeClr val="bg1"/>
                </a:solidFill>
              </a:rPr>
              <a:t>?</a:t>
            </a:r>
          </a:p>
          <a:p>
            <a:r>
              <a:rPr lang="en-US" altLang="ko-KR" sz="3200" dirty="0">
                <a:solidFill>
                  <a:schemeClr val="bg1"/>
                </a:solidFill>
              </a:rPr>
              <a:t>Tag: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추가 정보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Successfully Sensed: </a:t>
            </a:r>
            <a:r>
              <a:rPr lang="ko-KR" altLang="en-US" sz="3200" dirty="0">
                <a:solidFill>
                  <a:schemeClr val="bg1"/>
                </a:solidFill>
              </a:rPr>
              <a:t>자극   감지됨</a:t>
            </a:r>
            <a:r>
              <a:rPr lang="en-US" altLang="ko-KR" sz="3200" dirty="0">
                <a:solidFill>
                  <a:schemeClr val="bg1"/>
                </a:solidFill>
              </a:rPr>
              <a:t> or </a:t>
            </a:r>
            <a:r>
              <a:rPr lang="ko-KR" altLang="en-US" sz="3200" dirty="0">
                <a:solidFill>
                  <a:schemeClr val="bg1"/>
                </a:solidFill>
              </a:rPr>
              <a:t>무효화됨</a:t>
            </a:r>
          </a:p>
        </p:txBody>
      </p:sp>
    </p:spTree>
    <p:extLst>
      <p:ext uri="{BB962C8B-B14F-4D97-AF65-F5344CB8AC3E}">
        <p14:creationId xmlns:p14="http://schemas.microsoft.com/office/powerpoint/2010/main" val="2581586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8B28A-6266-437B-B79C-4C52F388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E611-C77C-47A7-813C-CBE6DD09F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Output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업데이트된 자극이 </a:t>
            </a:r>
            <a:r>
              <a:rPr lang="ko-KR" altLang="en-US" dirty="0" err="1"/>
              <a:t>있을경우</a:t>
            </a:r>
            <a:r>
              <a:rPr lang="ko-KR" altLang="en-US" dirty="0"/>
              <a:t> 업데이트가 일어난 모든 </a:t>
            </a:r>
            <a:r>
              <a:rPr lang="en-US" altLang="ko-KR" dirty="0"/>
              <a:t>Actor </a:t>
            </a:r>
            <a:r>
              <a:rPr lang="ko-KR" altLang="en-US" dirty="0"/>
              <a:t>를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en-US" altLang="ko-KR" dirty="0" err="1"/>
              <a:t>OnTargetActorPerceptionUpdated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이벤트 처리 후에 이벤트가 일어난다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800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6DC-A9B2-48F0-861D-D6121BAE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GetActorsPerception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BF7AC-34C3-4E53-A1C6-8C1EFFC6B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Input : Actor   </a:t>
            </a:r>
          </a:p>
          <a:p>
            <a:r>
              <a:rPr lang="en-US" altLang="ko-KR" dirty="0"/>
              <a:t>Output: bool , </a:t>
            </a:r>
            <a:r>
              <a:rPr lang="en-US" altLang="ko-KR" dirty="0" err="1"/>
              <a:t>ActorPerceptionBlueprintInfo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컴포넌트는 </a:t>
            </a:r>
            <a:r>
              <a:rPr lang="en-US" altLang="ko-KR" dirty="0"/>
              <a:t>Input Actor</a:t>
            </a:r>
            <a:r>
              <a:rPr lang="ko-KR" altLang="en-US" dirty="0"/>
              <a:t>가 </a:t>
            </a:r>
            <a:r>
              <a:rPr lang="ko-KR" altLang="en-US" dirty="0" err="1"/>
              <a:t>감지된적이</a:t>
            </a:r>
            <a:r>
              <a:rPr lang="ko-KR" altLang="en-US" dirty="0"/>
              <a:t> 있는지 검사한다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Output True</a:t>
            </a:r>
            <a:r>
              <a:rPr lang="ko-KR" altLang="en-US" dirty="0"/>
              <a:t>면 감지된 자극</a:t>
            </a:r>
            <a:r>
              <a:rPr lang="en-US" altLang="ko-KR" dirty="0"/>
              <a:t>(stimulus)</a:t>
            </a:r>
            <a:r>
              <a:rPr lang="ko-KR" altLang="en-US" dirty="0"/>
              <a:t>목록 상태를 알림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감지된적</a:t>
            </a:r>
            <a:r>
              <a:rPr lang="ko-KR" altLang="en-US" dirty="0"/>
              <a:t> 없는 자극 정보는 구체화 되지 않으므로  자극 정보를  </a:t>
            </a:r>
            <a:r>
              <a:rPr lang="en-US" altLang="ko-KR" dirty="0" err="1"/>
              <a:t>GetSenseClassForStimulus</a:t>
            </a:r>
            <a:r>
              <a:rPr lang="en-US" altLang="ko-KR" dirty="0"/>
              <a:t> BP</a:t>
            </a:r>
            <a:r>
              <a:rPr lang="ko-KR" altLang="en-US" dirty="0"/>
              <a:t>노드로 클래스 </a:t>
            </a:r>
            <a:r>
              <a:rPr lang="ko-KR" altLang="en-US" dirty="0" err="1"/>
              <a:t>변환후</a:t>
            </a:r>
            <a:r>
              <a:rPr lang="ko-KR" altLang="en-US" dirty="0"/>
              <a:t> </a:t>
            </a:r>
            <a:r>
              <a:rPr lang="en-US" altLang="ko-KR" dirty="0" err="1"/>
              <a:t>IsValid</a:t>
            </a:r>
            <a:r>
              <a:rPr lang="en-US" altLang="ko-KR" dirty="0"/>
              <a:t> </a:t>
            </a:r>
            <a:r>
              <a:rPr lang="ko-KR" altLang="en-US" dirty="0"/>
              <a:t>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320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235B176-8AE9-468A-83B5-5FC0B65E6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40"/>
            <a:ext cx="12192000" cy="675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116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B7F2A-2C11-48BB-99CF-CE62544F8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GetCurrentlyPerceivedActors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7FB35-5901-454E-889F-26EE8C6B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71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92B04-1CA7-44E2-820F-3A61D1CE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GetKnownPerceivedActors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068D2-5E79-4BC0-BA15-20E6746A0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그리고 과거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3485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8A07-3351-45FB-86F1-3D7D1C80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GetPerceivedHostileActors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31A167-49B9-47C2-AE5F-060904DE2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컴포넌트가 현재 인식한 적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</a:t>
            </a:r>
            <a:r>
              <a:rPr lang="ko-KR" altLang="en-US" dirty="0"/>
              <a:t>아군</a:t>
            </a:r>
            <a:r>
              <a:rPr lang="en-US" altLang="ko-KR" dirty="0"/>
              <a:t>,</a:t>
            </a:r>
            <a:r>
              <a:rPr lang="ko-KR" altLang="en-US" dirty="0"/>
              <a:t>중립</a:t>
            </a:r>
            <a:r>
              <a:rPr lang="en-US" altLang="ko-KR" dirty="0"/>
              <a:t>,</a:t>
            </a:r>
            <a:r>
              <a:rPr lang="ko-KR" altLang="en-US" dirty="0"/>
              <a:t>적 개념이 있지만 </a:t>
            </a:r>
            <a:r>
              <a:rPr lang="ko-KR" altLang="en-US" dirty="0" err="1"/>
              <a:t>블루프린트</a:t>
            </a:r>
            <a:r>
              <a:rPr lang="ko-KR" altLang="en-US" dirty="0"/>
              <a:t> 레벨에서는 설정불가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구분하려면 </a:t>
            </a:r>
            <a:r>
              <a:rPr lang="en-US" altLang="ko-KR" dirty="0" err="1"/>
              <a:t>GetCurrentlyPerceivedActors</a:t>
            </a:r>
            <a:r>
              <a:rPr lang="en-US" altLang="ko-KR" dirty="0"/>
              <a:t> </a:t>
            </a:r>
            <a:r>
              <a:rPr lang="ko-KR" altLang="en-US" dirty="0"/>
              <a:t>노드 사용 이후에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Tag</a:t>
            </a:r>
            <a:r>
              <a:rPr lang="ko-KR" altLang="en-US" dirty="0"/>
              <a:t>로 필터링 </a:t>
            </a:r>
            <a:r>
              <a:rPr lang="ko-KR" altLang="en-US" dirty="0" err="1"/>
              <a:t>사용하는방법을</a:t>
            </a:r>
            <a:r>
              <a:rPr lang="ko-KR" altLang="en-US" dirty="0"/>
              <a:t> 추천</a:t>
            </a:r>
          </a:p>
        </p:txBody>
      </p:sp>
    </p:spTree>
    <p:extLst>
      <p:ext uri="{BB962C8B-B14F-4D97-AF65-F5344CB8AC3E}">
        <p14:creationId xmlns:p14="http://schemas.microsoft.com/office/powerpoint/2010/main" val="2831644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F0619-38FF-4069-BABB-4710D838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debug?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874E1-0D59-4504-B97A-E5D6010A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디버깅 하려는 </a:t>
            </a:r>
            <a:r>
              <a:rPr lang="en-US" altLang="ko-KR" dirty="0"/>
              <a:t>Pawn</a:t>
            </a:r>
            <a:r>
              <a:rPr lang="ko-KR" altLang="en-US" dirty="0"/>
              <a:t>을 보고</a:t>
            </a:r>
            <a:endParaRPr lang="en-US" altLang="ko-KR" dirty="0"/>
          </a:p>
          <a:p>
            <a:r>
              <a:rPr lang="ko-KR" altLang="en-US" dirty="0"/>
              <a:t>키보드 </a:t>
            </a:r>
            <a:r>
              <a:rPr lang="en-US" altLang="ko-KR" dirty="0"/>
              <a:t>‘  </a:t>
            </a:r>
            <a:r>
              <a:rPr lang="ko-KR" altLang="en-US" dirty="0"/>
              <a:t>아포스트로피</a:t>
            </a:r>
            <a:r>
              <a:rPr lang="en-US" altLang="ko-KR" dirty="0"/>
              <a:t>(</a:t>
            </a:r>
            <a:r>
              <a:rPr lang="ko-KR" altLang="en-US" dirty="0" err="1"/>
              <a:t>엔터왼쪽</a:t>
            </a:r>
            <a:r>
              <a:rPr lang="en-US" altLang="ko-KR" dirty="0"/>
              <a:t>) </a:t>
            </a:r>
            <a:r>
              <a:rPr lang="ko-KR" altLang="en-US" dirty="0"/>
              <a:t>로 </a:t>
            </a:r>
            <a:r>
              <a:rPr lang="en-US" altLang="ko-KR" dirty="0"/>
              <a:t>Debug Toggle</a:t>
            </a:r>
          </a:p>
          <a:p>
            <a:r>
              <a:rPr lang="ko-KR" altLang="en-US" dirty="0"/>
              <a:t>키보드 </a:t>
            </a:r>
            <a:r>
              <a:rPr lang="en-US" altLang="ko-KR" dirty="0"/>
              <a:t>Num1,2,3,4 </a:t>
            </a:r>
            <a:r>
              <a:rPr lang="ko-KR" altLang="en-US" dirty="0"/>
              <a:t>키로 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1209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02592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5765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2125</TotalTime>
  <Words>747</Words>
  <Application>Microsoft Office PowerPoint</Application>
  <PresentationFormat>와이드스크린</PresentationFormat>
  <Paragraphs>119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맑은 고딕</vt:lpstr>
      <vt:lpstr>Arial</vt:lpstr>
      <vt:lpstr>Office 테마</vt:lpstr>
      <vt:lpstr>언리얼 AI NPC 만들기 </vt:lpstr>
      <vt:lpstr>어떻게 똑똑한 NPC로 만들수 있나.</vt:lpstr>
      <vt:lpstr>Navigation 설치 </vt:lpstr>
      <vt:lpstr>Navigation 활용, 1. 랜덤 위치얻기 </vt:lpstr>
      <vt:lpstr>Navigation 활용, 2. 이동하기 관련 노드</vt:lpstr>
      <vt:lpstr>이동 상태 확인 GetMoveStatus</vt:lpstr>
      <vt:lpstr>이동하기 SimpleMoveToLocation(Actor) </vt:lpstr>
      <vt:lpstr>이동하기 MoveToLocation(Actor)</vt:lpstr>
      <vt:lpstr>이동하기 AIMoveTo</vt:lpstr>
      <vt:lpstr>AIPerception Component (지각 컴포넌트)</vt:lpstr>
      <vt:lpstr>자극 – 시야 ( Sight )</vt:lpstr>
      <vt:lpstr>자극 – 잡음 ( Noise )</vt:lpstr>
      <vt:lpstr>자극 – 데미지 ( Damage )</vt:lpstr>
      <vt:lpstr>자극 – 액터 예측 ( Prediction )</vt:lpstr>
      <vt:lpstr>Event - OnTargetActorPerceptionUpdated</vt:lpstr>
      <vt:lpstr>PowerPoint 프레젠테이션</vt:lpstr>
      <vt:lpstr>Event - OnPerceptionUpdated</vt:lpstr>
      <vt:lpstr>Func - GetActorsPerception</vt:lpstr>
      <vt:lpstr>PowerPoint 프레젠테이션</vt:lpstr>
      <vt:lpstr>Func - GetCurrentlyPerceivedActors</vt:lpstr>
      <vt:lpstr>Func - GetKnownPerceivedActors</vt:lpstr>
      <vt:lpstr>Func - GetPerceivedHostileActors</vt:lpstr>
      <vt:lpstr>How to debug?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 동원</dc:creator>
  <cp:lastModifiedBy>이 동원</cp:lastModifiedBy>
  <cp:revision>173</cp:revision>
  <dcterms:created xsi:type="dcterms:W3CDTF">2020-06-20T10:01:00Z</dcterms:created>
  <dcterms:modified xsi:type="dcterms:W3CDTF">2020-06-23T20:56:31Z</dcterms:modified>
</cp:coreProperties>
</file>