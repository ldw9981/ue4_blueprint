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80" r:id="rId8"/>
    <p:sldId id="279" r:id="rId9"/>
    <p:sldId id="281" r:id="rId10"/>
    <p:sldId id="257" r:id="rId11"/>
    <p:sldId id="266" r:id="rId12"/>
    <p:sldId id="270" r:id="rId13"/>
    <p:sldId id="267" r:id="rId14"/>
    <p:sldId id="268" r:id="rId15"/>
    <p:sldId id="265" r:id="rId16"/>
    <p:sldId id="269" r:id="rId17"/>
    <p:sldId id="264" r:id="rId18"/>
    <p:sldId id="258" r:id="rId19"/>
    <p:sldId id="259" r:id="rId20"/>
    <p:sldId id="260" r:id="rId21"/>
    <p:sldId id="261" r:id="rId22"/>
    <p:sldId id="262" r:id="rId23"/>
    <p:sldId id="271" r:id="rId24"/>
    <p:sldId id="282" r:id="rId25"/>
    <p:sldId id="272" r:id="rId26"/>
    <p:sldId id="285" r:id="rId27"/>
    <p:sldId id="286" r:id="rId28"/>
    <p:sldId id="287" r:id="rId29"/>
    <p:sldId id="284" r:id="rId30"/>
    <p:sldId id="273" r:id="rId31"/>
    <p:sldId id="283" r:id="rId32"/>
    <p:sldId id="288" r:id="rId33"/>
    <p:sldId id="289" r:id="rId34"/>
    <p:sldId id="292" r:id="rId35"/>
    <p:sldId id="293" r:id="rId36"/>
    <p:sldId id="296" r:id="rId37"/>
    <p:sldId id="294" r:id="rId38"/>
    <p:sldId id="295" r:id="rId39"/>
    <p:sldId id="290" r:id="rId40"/>
    <p:sldId id="291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AB1BC-09F6-4AF2-9BEA-2AD3DBD88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B66774-E025-4644-BA3A-DF1A0EFCF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AD5B2A-0277-4727-ADC5-E5878D2A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083AB-C718-4C6B-A60D-542250C2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01E9C6-BC56-46CF-B69F-5208712F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80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15A08-9833-4BF4-995B-823D1824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D190FE-EC09-4ACD-9684-1314AC733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18F2A6-D653-4F8F-BFB1-28445AEE8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55C13C-6A2C-41FD-B096-0F541E950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32AA51-0B09-44C5-A29E-E95CF76D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62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0E073-4FF2-41E8-B1E2-13C503F96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E0A102-231C-49E4-A771-06B7F11E8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7825B0-0EF1-465E-9F99-09029586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E33123-338F-4CFE-93B8-A56EB2DD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A77B7D-1FDA-4030-9CCD-AFECD793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95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B82BD-B761-4927-B302-A895C8B3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4BF48F-5509-4992-8B6F-2720255A6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4C224E-D776-4EF7-ABB3-09B9F79EF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85BEC7-9BB9-4987-BEAC-3EF82B23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EF7AC6-2CE2-4B03-9DA2-6A6B7910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4CA8E9-A483-461E-B0F8-2FC9035F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9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3A2E8-DCD0-4B04-A5C7-22394CA7F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1CF3A-B789-4964-8113-52420E2E1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CAB4EC-3ABE-4665-9937-42921163D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CB22B2-3A6D-47D1-81B2-70D4D76E0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5C6206-4FD0-488A-8A2C-6E221CD2E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DCE365-DB4D-45B5-97ED-CF5F7A3C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8D2F11-D0DA-43D9-BE18-F2F315FA7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8C2B45-C0B9-4965-9522-56667C65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3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7E58C-5C2E-4D15-ABBA-BCA060A8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3A85D5-79C9-4AC5-B15D-906090AE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92DBB1-83E7-4DE7-8E2A-795E8EDB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0CBBF9-1D27-4D46-8D68-EC88DFB5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44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701CFD-1838-4762-A744-32AE80E7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2A9BF1-5117-4DAA-AF2E-B480456B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C8732E-F24C-48E0-A7BE-F98EEFF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15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D3D59-C786-48A0-8361-06D51557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36706-1E66-474C-8E72-C377F3E5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D6F24C-8BDF-4A19-979E-4A6445CB5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40A89E-44A2-434A-938A-2ABDD381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E9F29-BD63-4671-B1C1-0A6A7FD0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BE901A-C79A-4F89-876A-9A7CAEF7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77CC3-22D7-4838-8710-048EAC68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777728-D7C5-4F31-A8B6-9CB9F2DF7F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A5E771-574C-4470-B09F-E8A2FF329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EF1863-BE48-4D46-B127-3F84F5B8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4DAE1-F7AD-4B07-8382-4E66EF21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3E638A-26DF-40AC-AEFB-292B6F5B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43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73EA3-DC87-48DD-BE73-782B2AC5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872559-BE9D-4CAB-AE2B-F32C6BFD6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E9C77D-3014-4AA7-B4BB-391A0568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665AC-C6B2-49B3-B7EA-3AAE0969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4BAEF5-BA41-4FD3-B547-C1E447C8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21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4B90D9-D06D-4FEA-960E-6F393C732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928940-D5E1-4387-9D38-93F7C609B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B548ED-829B-424A-B523-ACFD5043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EAE4ED-2313-40EB-A04A-1C6AA671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CA1A39-B020-46E3-877B-56A65BCD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83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88A295-09E4-4EAE-A682-17FD3880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EC2F61-3970-46D0-AFF7-B001BEA74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DDE0CD-69BF-4ED8-BA7A-F1CBEAC7B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769BE-BF1F-4F69-A431-EEF710AC7B3A}" type="datetimeFigureOut">
              <a:rPr lang="ko-KR" altLang="en-US" smtClean="0"/>
              <a:t>2020-07-09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69376-852F-4B51-81CC-415B46291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6E5774-280C-46CA-AA85-F66D1A853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B70DA-CD90-492C-97F5-AF2ADCA9A5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54597-B1EC-4704-ABE6-8C8B8EE44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언리얼</a:t>
            </a:r>
            <a:r>
              <a:rPr lang="ko-KR" altLang="en-US" dirty="0"/>
              <a:t> </a:t>
            </a:r>
            <a:r>
              <a:rPr lang="en-US" altLang="ko-KR" dirty="0"/>
              <a:t>AI NPC </a:t>
            </a:r>
            <a:r>
              <a:rPr lang="ko-KR" altLang="en-US" dirty="0"/>
              <a:t>만들기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E2A1C0-184E-428C-BF85-BE1950482B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977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6B39F-43DE-46C0-934E-3288B2EA6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어떻게 똑똑한 </a:t>
            </a:r>
            <a:r>
              <a:rPr lang="en-US" altLang="ko-KR" dirty="0"/>
              <a:t>NPC</a:t>
            </a:r>
            <a:r>
              <a:rPr lang="ko-KR" altLang="en-US" dirty="0"/>
              <a:t>로 </a:t>
            </a:r>
            <a:r>
              <a:rPr lang="ko-KR" altLang="en-US" dirty="0" err="1"/>
              <a:t>만들수</a:t>
            </a:r>
            <a:r>
              <a:rPr lang="ko-KR" altLang="en-US" dirty="0"/>
              <a:t> 있나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B8E4E-F345-40CB-9B3E-C7F3480E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7762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월드의 정보를 수집 하고 정보를 바탕으로 한 행동을 결정한다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31C7F-19B0-4B02-9103-243598A2E966}"/>
              </a:ext>
            </a:extLst>
          </p:cNvPr>
          <p:cNvSpPr txBox="1"/>
          <p:nvPr/>
        </p:nvSpPr>
        <p:spPr>
          <a:xfrm>
            <a:off x="838199" y="2362895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정보수집하기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en-US" altLang="ko-KR" dirty="0" err="1"/>
              <a:t>AIController</a:t>
            </a:r>
            <a:r>
              <a:rPr lang="ko-KR" altLang="en-US" dirty="0"/>
              <a:t>에 </a:t>
            </a:r>
            <a:r>
              <a:rPr lang="en-US" altLang="ko-KR" dirty="0" err="1"/>
              <a:t>AIPerceptionComponent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r>
              <a:rPr lang="en-US" altLang="ko-KR" dirty="0"/>
              <a:t>: </a:t>
            </a:r>
            <a:r>
              <a:rPr lang="ko-KR" altLang="en-US" dirty="0"/>
              <a:t>실행 중 시야</a:t>
            </a:r>
            <a:r>
              <a:rPr lang="en-US" altLang="ko-KR" dirty="0"/>
              <a:t>,</a:t>
            </a:r>
            <a:r>
              <a:rPr lang="ko-KR" altLang="en-US" dirty="0"/>
              <a:t>노이즈</a:t>
            </a:r>
            <a:r>
              <a:rPr lang="en-US" altLang="ko-KR" dirty="0"/>
              <a:t>,</a:t>
            </a:r>
            <a:r>
              <a:rPr lang="ko-KR" altLang="en-US" dirty="0"/>
              <a:t>데미지</a:t>
            </a:r>
            <a:r>
              <a:rPr lang="en-US" altLang="ko-KR" dirty="0"/>
              <a:t> </a:t>
            </a:r>
            <a:r>
              <a:rPr lang="ko-KR" altLang="en-US" dirty="0"/>
              <a:t>등 자극을 감지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 EQS </a:t>
            </a:r>
            <a:r>
              <a:rPr lang="ko-KR" altLang="en-US" dirty="0"/>
              <a:t>사용</a:t>
            </a:r>
            <a:r>
              <a:rPr lang="en-US" altLang="ko-KR" dirty="0"/>
              <a:t>(Environment Query System) :  </a:t>
            </a:r>
            <a:r>
              <a:rPr lang="ko-KR" altLang="en-US" dirty="0"/>
              <a:t>월드의 환경 정보를 질의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D8CF8-C3AB-435E-A52F-4F3F834DDDD6}"/>
              </a:ext>
            </a:extLst>
          </p:cNvPr>
          <p:cNvSpPr txBox="1"/>
          <p:nvPr/>
        </p:nvSpPr>
        <p:spPr>
          <a:xfrm>
            <a:off x="785418" y="3493879"/>
            <a:ext cx="106211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이동하기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월드에 </a:t>
            </a:r>
            <a:r>
              <a:rPr lang="en-US" altLang="ko-KR" dirty="0" err="1"/>
              <a:t>NavigationVolume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r>
              <a:rPr lang="en-US" altLang="ko-KR" dirty="0"/>
              <a:t>: </a:t>
            </a:r>
            <a:r>
              <a:rPr lang="ko-KR" altLang="en-US" dirty="0"/>
              <a:t>지형에 대해서 갈수 </a:t>
            </a:r>
            <a:r>
              <a:rPr lang="ko-KR" altLang="en-US" dirty="0" err="1"/>
              <a:t>있는곳</a:t>
            </a:r>
            <a:r>
              <a:rPr lang="ko-KR" altLang="en-US" dirty="0"/>
              <a:t> 을 미리 계산하여 데이터로 준비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네비게이션 정보를 기반한 기본적인 이동 명령 제공한다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MoveTo</a:t>
            </a:r>
            <a:r>
              <a:rPr lang="en-US" altLang="ko-KR" dirty="0"/>
              <a:t> </a:t>
            </a:r>
            <a:r>
              <a:rPr lang="ko-KR" altLang="en-US" dirty="0"/>
              <a:t>계열의 </a:t>
            </a:r>
            <a:r>
              <a:rPr lang="ko-KR" altLang="en-US" dirty="0" err="1"/>
              <a:t>블루프린트</a:t>
            </a:r>
            <a:r>
              <a:rPr lang="ko-KR" altLang="en-US" dirty="0"/>
              <a:t> 노드 </a:t>
            </a:r>
            <a:r>
              <a:rPr lang="en-US" altLang="ko-KR" dirty="0"/>
              <a:t>(</a:t>
            </a:r>
            <a:r>
              <a:rPr lang="ko-KR" altLang="en-US" dirty="0"/>
              <a:t>결과에 대한 정보 제공 다름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  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5DDF3-B821-4CBD-B72F-FB62068F19BF}"/>
              </a:ext>
            </a:extLst>
          </p:cNvPr>
          <p:cNvSpPr txBox="1"/>
          <p:nvPr/>
        </p:nvSpPr>
        <p:spPr>
          <a:xfrm>
            <a:off x="838199" y="5248205"/>
            <a:ext cx="10763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BehaviorTree</a:t>
            </a:r>
            <a:r>
              <a:rPr lang="ko-KR" altLang="en-US" dirty="0"/>
              <a:t> </a:t>
            </a:r>
            <a:r>
              <a:rPr lang="en-US" altLang="ko-KR" dirty="0"/>
              <a:t>&amp; Blackboard </a:t>
            </a:r>
            <a:r>
              <a:rPr lang="ko-KR" altLang="en-US" dirty="0"/>
              <a:t>사용하기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en-US" altLang="ko-KR" dirty="0" err="1"/>
              <a:t>AIController,Pawn</a:t>
            </a:r>
            <a:r>
              <a:rPr lang="ko-KR" altLang="en-US" dirty="0"/>
              <a:t>과 분리된 </a:t>
            </a:r>
            <a:r>
              <a:rPr lang="ko-KR" altLang="en-US" dirty="0" err="1"/>
              <a:t>어셋으로</a:t>
            </a:r>
            <a:r>
              <a:rPr lang="ko-KR" altLang="en-US" dirty="0"/>
              <a:t>  순서도</a:t>
            </a:r>
            <a:r>
              <a:rPr lang="en-US" altLang="ko-KR" dirty="0"/>
              <a:t>(Flowchart)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유사한 행동결정 논리를 </a:t>
            </a:r>
            <a:r>
              <a:rPr lang="ko-KR" altLang="en-US" dirty="0" err="1"/>
              <a:t>어셋에</a:t>
            </a:r>
            <a:r>
              <a:rPr lang="ko-KR" altLang="en-US" dirty="0"/>
              <a:t> </a:t>
            </a:r>
            <a:r>
              <a:rPr lang="ko-KR" altLang="en-US" dirty="0" err="1"/>
              <a:t>담을수</a:t>
            </a:r>
            <a:r>
              <a:rPr lang="ko-KR" altLang="en-US" dirty="0"/>
              <a:t> 있다 </a:t>
            </a:r>
            <a:r>
              <a:rPr lang="en-US" altLang="ko-KR" dirty="0"/>
              <a:t>Blackboard</a:t>
            </a:r>
            <a:r>
              <a:rPr lang="ko-KR" altLang="en-US" dirty="0"/>
              <a:t> 는 </a:t>
            </a:r>
            <a:r>
              <a:rPr lang="en-US" altLang="ko-KR" dirty="0" err="1"/>
              <a:t>BehaviorTree</a:t>
            </a:r>
            <a:r>
              <a:rPr lang="ko-KR" altLang="en-US" dirty="0"/>
              <a:t>가 행동을 결정 </a:t>
            </a:r>
            <a:r>
              <a:rPr lang="ko-KR" altLang="en-US" dirty="0" err="1"/>
              <a:t>할때</a:t>
            </a:r>
            <a:r>
              <a:rPr lang="ko-KR" altLang="en-US" dirty="0"/>
              <a:t> 참고하는 데이터 정의 및 기억장소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045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6FB693-4264-4492-BB38-3412BE31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Navigation </a:t>
            </a:r>
            <a:r>
              <a:rPr lang="ko-KR" altLang="en-US" dirty="0"/>
              <a:t>설치 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ED25374-B03E-45AC-8EF0-03FC21B7A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월드에 </a:t>
            </a:r>
            <a:r>
              <a:rPr lang="en-US" altLang="ko-KR" dirty="0" err="1"/>
              <a:t>NaviMeshBoundVolume</a:t>
            </a:r>
            <a:r>
              <a:rPr lang="ko-KR" altLang="en-US" dirty="0"/>
              <a:t> </a:t>
            </a:r>
            <a:r>
              <a:rPr lang="ko-KR" altLang="en-US" dirty="0" err="1"/>
              <a:t>액터</a:t>
            </a:r>
            <a:r>
              <a:rPr lang="ko-KR" altLang="en-US" dirty="0"/>
              <a:t> 배치</a:t>
            </a:r>
            <a:endParaRPr lang="en-US" altLang="ko-KR" dirty="0"/>
          </a:p>
          <a:p>
            <a:r>
              <a:rPr lang="ko-KR" altLang="en-US" dirty="0"/>
              <a:t>박스 확장 후 빌드에서 패스 빌드 필요</a:t>
            </a:r>
            <a:endParaRPr lang="en-US" altLang="ko-KR" dirty="0"/>
          </a:p>
          <a:p>
            <a:r>
              <a:rPr lang="ko-KR" altLang="en-US" dirty="0"/>
              <a:t>영역 키보드 </a:t>
            </a:r>
            <a:r>
              <a:rPr lang="en-US" altLang="ko-KR" dirty="0"/>
              <a:t>P</a:t>
            </a:r>
            <a:r>
              <a:rPr lang="ko-KR" altLang="en-US" dirty="0"/>
              <a:t>로 에디터에서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9314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DDFEC-FC21-4492-B664-38E70925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Navigation </a:t>
            </a:r>
            <a:r>
              <a:rPr lang="ko-KR" altLang="en-US" dirty="0"/>
              <a:t>활용</a:t>
            </a:r>
            <a:r>
              <a:rPr lang="en-US" altLang="ko-KR" dirty="0"/>
              <a:t>, 1.</a:t>
            </a:r>
            <a:r>
              <a:rPr lang="ko-KR" altLang="en-US" dirty="0"/>
              <a:t> 랜덤 </a:t>
            </a:r>
            <a:r>
              <a:rPr lang="ko-KR" altLang="en-US" dirty="0" err="1"/>
              <a:t>위치얻기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E0657-1DB4-48D1-89A0-D4706A42B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GetRandomPointInNavigableRadius</a:t>
            </a:r>
            <a:r>
              <a:rPr lang="en-US" altLang="ko-KR" dirty="0"/>
              <a:t> </a:t>
            </a:r>
            <a:r>
              <a:rPr lang="ko-KR" altLang="en-US" dirty="0"/>
              <a:t>노드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Orgin</a:t>
            </a:r>
            <a:r>
              <a:rPr lang="ko-KR" altLang="en-US" dirty="0"/>
              <a:t>에서 부터 주위 반경에서 </a:t>
            </a:r>
            <a:r>
              <a:rPr lang="ko-KR" altLang="en-US" dirty="0" err="1"/>
              <a:t>랜덤한</a:t>
            </a:r>
            <a:r>
              <a:rPr lang="ko-KR" altLang="en-US" dirty="0"/>
              <a:t> 곳</a:t>
            </a:r>
            <a:r>
              <a:rPr lang="en-US" altLang="ko-KR" dirty="0"/>
              <a:t> </a:t>
            </a:r>
            <a:r>
              <a:rPr lang="ko-KR" altLang="en-US" dirty="0"/>
              <a:t>리턴 </a:t>
            </a:r>
            <a:r>
              <a:rPr lang="en-US" altLang="ko-KR" dirty="0"/>
              <a:t>, </a:t>
            </a:r>
            <a:r>
              <a:rPr lang="ko-KR" altLang="en-US" dirty="0"/>
              <a:t>가능한지 확인</a:t>
            </a:r>
            <a:r>
              <a:rPr lang="en-US" altLang="ko-KR" dirty="0"/>
              <a:t>x</a:t>
            </a:r>
          </a:p>
          <a:p>
            <a:r>
              <a:rPr lang="en-US" altLang="ko-KR" dirty="0" err="1"/>
              <a:t>GetRandomReachablePointInRadius</a:t>
            </a:r>
            <a:r>
              <a:rPr lang="en-US" altLang="ko-KR" dirty="0"/>
              <a:t> </a:t>
            </a:r>
            <a:r>
              <a:rPr lang="ko-KR" altLang="en-US" dirty="0"/>
              <a:t>노드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위와 같지만 </a:t>
            </a:r>
            <a:r>
              <a:rPr lang="en-US" altLang="ko-KR" dirty="0" err="1"/>
              <a:t>Orgin</a:t>
            </a:r>
            <a:r>
              <a:rPr lang="ko-KR" altLang="en-US" dirty="0"/>
              <a:t>에서 이동 가능한곳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282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84B83-E196-4891-918C-8AC858CE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Navigation </a:t>
            </a:r>
            <a:r>
              <a:rPr lang="ko-KR" altLang="en-US" dirty="0"/>
              <a:t>활용</a:t>
            </a:r>
            <a:r>
              <a:rPr lang="en-US" altLang="ko-KR" dirty="0"/>
              <a:t>, 2.</a:t>
            </a:r>
            <a:r>
              <a:rPr lang="ko-KR" altLang="en-US" dirty="0"/>
              <a:t> 이동하기 관련 노드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BD74C3-142E-4E6B-A8E2-48DE117F0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GetMoveStatus</a:t>
            </a:r>
            <a:r>
              <a:rPr lang="en-US" altLang="ko-KR" dirty="0"/>
              <a:t>   </a:t>
            </a:r>
            <a:r>
              <a:rPr lang="ko-KR" altLang="en-US" dirty="0"/>
              <a:t>이동상태 확인하기  </a:t>
            </a:r>
            <a:r>
              <a:rPr lang="en-US" altLang="ko-KR" dirty="0"/>
              <a:t>Idle </a:t>
            </a:r>
            <a:r>
              <a:rPr lang="en-US" altLang="ko-KR" dirty="0">
                <a:sym typeface="Wingdings" panose="05000000000000000000" pitchFamily="2" charset="2"/>
              </a:rPr>
              <a:t> Moving</a:t>
            </a:r>
            <a:endParaRPr lang="ko-KR" altLang="en-US" dirty="0"/>
          </a:p>
          <a:p>
            <a:endParaRPr lang="en-US" altLang="ko-KR" dirty="0"/>
          </a:p>
          <a:p>
            <a:r>
              <a:rPr lang="en-US" altLang="ko-KR" dirty="0" err="1"/>
              <a:t>SimpleMoveToLocation</a:t>
            </a:r>
            <a:r>
              <a:rPr lang="en-US" altLang="ko-KR" dirty="0"/>
              <a:t>(Actor) </a:t>
            </a:r>
            <a:r>
              <a:rPr lang="ko-KR" altLang="en-US" dirty="0"/>
              <a:t>옵션이 적은 가장 단순한형태</a:t>
            </a:r>
            <a:endParaRPr lang="en-US" altLang="ko-KR" dirty="0"/>
          </a:p>
          <a:p>
            <a:r>
              <a:rPr lang="en-US" altLang="ko-KR" dirty="0" err="1"/>
              <a:t>MoveToLocation</a:t>
            </a:r>
            <a:r>
              <a:rPr lang="en-US" altLang="ko-KR" dirty="0"/>
              <a:t>(Actor) </a:t>
            </a:r>
            <a:r>
              <a:rPr lang="ko-KR" altLang="en-US" dirty="0" err="1"/>
              <a:t>요청시</a:t>
            </a:r>
            <a:r>
              <a:rPr lang="ko-KR" altLang="en-US" dirty="0"/>
              <a:t> 결과만 리턴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 </a:t>
            </a:r>
            <a:r>
              <a:rPr lang="ko-KR" altLang="en-US" dirty="0"/>
              <a:t>위</a:t>
            </a:r>
            <a:r>
              <a:rPr lang="en-US" altLang="ko-KR" dirty="0"/>
              <a:t> </a:t>
            </a:r>
            <a:r>
              <a:rPr lang="ko-KR" altLang="en-US" dirty="0"/>
              <a:t>두가지 노드의 이동결과는</a:t>
            </a:r>
            <a:r>
              <a:rPr lang="en-US" altLang="ko-KR" dirty="0" err="1"/>
              <a:t>AIController</a:t>
            </a:r>
            <a:r>
              <a:rPr lang="ko-KR" altLang="en-US" dirty="0"/>
              <a:t>에 </a:t>
            </a:r>
            <a:r>
              <a:rPr lang="en-US" altLang="ko-KR" dirty="0" err="1"/>
              <a:t>MoveCompleted</a:t>
            </a:r>
            <a:r>
              <a:rPr lang="en-US" altLang="ko-KR" dirty="0"/>
              <a:t> </a:t>
            </a:r>
            <a:r>
              <a:rPr lang="ko-KR" altLang="en-US" dirty="0"/>
              <a:t>이벤트 바인딩필요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 err="1"/>
              <a:t>AIMoveTo</a:t>
            </a:r>
            <a:r>
              <a:rPr lang="en-US" altLang="ko-KR" dirty="0"/>
              <a:t> </a:t>
            </a:r>
            <a:r>
              <a:rPr lang="ko-KR" altLang="en-US" dirty="0"/>
              <a:t>이동 후 성공 실패를 </a:t>
            </a:r>
            <a:r>
              <a:rPr lang="ko-KR" altLang="en-US" dirty="0" err="1"/>
              <a:t>노드연결로</a:t>
            </a:r>
            <a:r>
              <a:rPr lang="ko-KR" altLang="en-US" dirty="0"/>
              <a:t> 제공 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3448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C7756-A8C5-41E0-9C2D-9278D7AC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이동 상태 확인 </a:t>
            </a:r>
            <a:r>
              <a:rPr lang="en-US" altLang="ko-KR" dirty="0" err="1"/>
              <a:t>GetMoveStatus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5F9BAA-496E-4064-9168-93CB162B3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404" y="1334111"/>
            <a:ext cx="6662057" cy="546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34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실내, 검은색, 모니터, 화면이(가) 표시된 사진&#10;ㅇㅇㅇ&#10;자동 생성된 설명">
            <a:extLst>
              <a:ext uri="{FF2B5EF4-FFF2-40B4-BE49-F238E27FC236}">
                <a16:creationId xmlns:a16="http://schemas.microsoft.com/office/drawing/2014/main" id="{9F7D6A13-F4C0-4103-952F-7A62D5076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71" y="1287891"/>
            <a:ext cx="11336694" cy="557010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B2E19E-BCB4-4526-A89D-58856EAE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이동하기 </a:t>
            </a:r>
            <a:r>
              <a:rPr lang="en-US" altLang="ko-KR" dirty="0" err="1"/>
              <a:t>SimpleMoveToLocation</a:t>
            </a:r>
            <a:r>
              <a:rPr lang="en-US" altLang="ko-KR" dirty="0"/>
              <a:t>(Actor)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3385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45F71-6F8E-4738-9306-6C9575C3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이동하기 </a:t>
            </a:r>
            <a:r>
              <a:rPr lang="en-US" altLang="ko-KR" dirty="0" err="1"/>
              <a:t>MoveToLocation</a:t>
            </a:r>
            <a:r>
              <a:rPr lang="en-US" altLang="ko-KR" dirty="0"/>
              <a:t>(Actor)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54ABAF6-2709-4D6A-A6CD-C0131D63A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13" y="1349763"/>
            <a:ext cx="12063987" cy="541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72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6AA2A-E608-4EF3-A489-603B54EE4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이동하기 </a:t>
            </a:r>
            <a:r>
              <a:rPr lang="en-US" altLang="ko-KR" dirty="0" err="1"/>
              <a:t>AIMoveTo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B3358B2-7F70-4B59-826E-CD258C531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444" y="1358782"/>
            <a:ext cx="11153423" cy="532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5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13B27-7640-4F05-97AC-52A4754A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AIPerception</a:t>
            </a:r>
            <a:r>
              <a:rPr lang="en-US" altLang="ko-KR" dirty="0"/>
              <a:t> Component (</a:t>
            </a:r>
            <a:r>
              <a:rPr lang="ko-KR" altLang="en-US" dirty="0"/>
              <a:t>지각 컴포넌트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05AB57-B2B7-49AB-B103-EFA273016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발생자</a:t>
            </a:r>
            <a:r>
              <a:rPr lang="en-US" altLang="ko-KR" dirty="0"/>
              <a:t>(Instigator – </a:t>
            </a:r>
            <a:r>
              <a:rPr lang="ko-KR" altLang="en-US" dirty="0"/>
              <a:t>보통 </a:t>
            </a:r>
            <a:r>
              <a:rPr lang="en-US" altLang="ko-KR" dirty="0"/>
              <a:t>Pawn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  <a:r>
              <a:rPr lang="ko-KR" altLang="en-US" dirty="0"/>
              <a:t>가 생성한 자극을 감지한다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시야</a:t>
            </a:r>
            <a:r>
              <a:rPr lang="en-US" altLang="ko-KR" dirty="0"/>
              <a:t>(Sight), </a:t>
            </a:r>
            <a:r>
              <a:rPr lang="ko-KR" altLang="en-US" dirty="0"/>
              <a:t>잡음</a:t>
            </a:r>
            <a:r>
              <a:rPr lang="en-US" altLang="ko-KR" dirty="0"/>
              <a:t>(Noise),</a:t>
            </a:r>
            <a:r>
              <a:rPr lang="ko-KR" altLang="en-US" dirty="0"/>
              <a:t>데미지</a:t>
            </a:r>
            <a:r>
              <a:rPr lang="en-US" altLang="ko-KR" dirty="0"/>
              <a:t>(Damage),</a:t>
            </a:r>
            <a:r>
              <a:rPr lang="ko-KR" altLang="en-US" dirty="0" err="1"/>
              <a:t>액터예측</a:t>
            </a:r>
            <a:r>
              <a:rPr lang="ko-KR" altLang="en-US" dirty="0"/>
              <a:t> </a:t>
            </a:r>
            <a:r>
              <a:rPr lang="en-US" altLang="ko-KR" dirty="0"/>
              <a:t>(Prediction)</a:t>
            </a:r>
          </a:p>
          <a:p>
            <a:r>
              <a:rPr lang="en-US" altLang="ko-KR" dirty="0" err="1"/>
              <a:t>AIController</a:t>
            </a:r>
            <a:r>
              <a:rPr lang="en-US" altLang="ko-KR" dirty="0"/>
              <a:t> </a:t>
            </a:r>
            <a:r>
              <a:rPr lang="ko-KR" altLang="en-US" dirty="0"/>
              <a:t>에 컴포넌트를 추가해서 사용한다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감지할 자극에 대한 설정이 필요함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감지 이후 잊는 시간 설정이 가능 </a:t>
            </a:r>
            <a:r>
              <a:rPr lang="en-US" altLang="ko-KR" dirty="0"/>
              <a:t>( Max Age) ,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이면 </a:t>
            </a:r>
            <a:r>
              <a:rPr lang="ko-KR" altLang="en-US" dirty="0" err="1"/>
              <a:t>잊지않음</a:t>
            </a:r>
            <a:r>
              <a:rPr lang="ko-KR" altLang="en-US" dirty="0"/>
              <a:t>  </a:t>
            </a:r>
            <a:endParaRPr lang="en-US" altLang="ko-KR" dirty="0"/>
          </a:p>
          <a:p>
            <a:r>
              <a:rPr lang="ko-KR" altLang="en-US" dirty="0"/>
              <a:t>기본 </a:t>
            </a:r>
            <a:r>
              <a:rPr lang="en-US" altLang="ko-KR" dirty="0"/>
              <a:t>Actor</a:t>
            </a:r>
            <a:r>
              <a:rPr lang="ko-KR" altLang="en-US" dirty="0"/>
              <a:t>를 </a:t>
            </a:r>
            <a:r>
              <a:rPr lang="en-US" altLang="ko-KR" dirty="0"/>
              <a:t>Instigator </a:t>
            </a:r>
            <a:r>
              <a:rPr lang="ko-KR" altLang="en-US" dirty="0"/>
              <a:t>로 쓰려면 </a:t>
            </a:r>
            <a:r>
              <a:rPr lang="en-US" altLang="ko-KR" dirty="0" err="1"/>
              <a:t>AIPerceptionStimuliSource</a:t>
            </a:r>
            <a:r>
              <a:rPr lang="ko-KR" altLang="en-US" dirty="0"/>
              <a:t> </a:t>
            </a:r>
            <a:r>
              <a:rPr lang="en-US" altLang="ko-KR" dirty="0"/>
              <a:t>Component </a:t>
            </a:r>
            <a:r>
              <a:rPr lang="ko-KR" altLang="en-US" dirty="0"/>
              <a:t>추가가 필요하다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OnTargetActorPerceptionUpdated</a:t>
            </a:r>
            <a:r>
              <a:rPr lang="en-US" altLang="ko-KR" dirty="0"/>
              <a:t> </a:t>
            </a:r>
            <a:r>
              <a:rPr lang="ko-KR" altLang="en-US" dirty="0"/>
              <a:t>감지정보가 </a:t>
            </a:r>
            <a:r>
              <a:rPr lang="ko-KR" altLang="en-US" dirty="0" err="1"/>
              <a:t>업데이트될때</a:t>
            </a:r>
            <a:r>
              <a:rPr lang="ko-KR" altLang="en-US" dirty="0"/>
              <a:t> 호출됨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0394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07431-0478-498F-8E4F-66F2EAB5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자극 </a:t>
            </a:r>
            <a:r>
              <a:rPr lang="en-US" altLang="ko-KR" dirty="0"/>
              <a:t>– </a:t>
            </a:r>
            <a:r>
              <a:rPr lang="ko-KR" altLang="en-US" dirty="0"/>
              <a:t>시야 </a:t>
            </a:r>
            <a:r>
              <a:rPr lang="en-US" altLang="ko-KR" dirty="0"/>
              <a:t>( Sight 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8F9BE-D27D-43D1-8E24-E46698DFA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028425"/>
            <a:ext cx="5181600" cy="346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0916A469-3F9E-484D-91B9-B86BDF41D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57025"/>
            <a:ext cx="5181600" cy="3319938"/>
          </a:xfrm>
        </p:spPr>
        <p:txBody>
          <a:bodyPr>
            <a:normAutofit/>
          </a:bodyPr>
          <a:lstStyle/>
          <a:p>
            <a:r>
              <a:rPr lang="ko-KR" altLang="en-US" dirty="0"/>
              <a:t>기본 </a:t>
            </a:r>
            <a:r>
              <a:rPr lang="en-US" altLang="ko-KR" dirty="0"/>
              <a:t>Actor</a:t>
            </a:r>
            <a:r>
              <a:rPr lang="ko-KR" altLang="en-US" dirty="0"/>
              <a:t>는 자동인식 </a:t>
            </a:r>
            <a:r>
              <a:rPr lang="en-US" altLang="ko-KR" dirty="0"/>
              <a:t>X</a:t>
            </a:r>
          </a:p>
          <a:p>
            <a:pPr marL="0" indent="0">
              <a:buNone/>
            </a:pPr>
            <a:r>
              <a:rPr lang="en-US" altLang="ko-KR" dirty="0" err="1"/>
              <a:t>AIPerceptionStimuliSource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컴포넌트 필요 </a:t>
            </a:r>
            <a:r>
              <a:rPr lang="en-US" altLang="ko-KR" dirty="0"/>
              <a:t>( Sight</a:t>
            </a:r>
            <a:r>
              <a:rPr lang="ko-KR" altLang="en-US" dirty="0"/>
              <a:t>설정 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sz="3200" dirty="0"/>
          </a:p>
          <a:p>
            <a:r>
              <a:rPr lang="en-US" altLang="ko-KR" dirty="0"/>
              <a:t>Pawn(Character)</a:t>
            </a:r>
            <a:r>
              <a:rPr lang="ko-KR" altLang="en-US" dirty="0"/>
              <a:t>은 자동인식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70872F-FA10-498A-BA76-9EF826D54323}"/>
              </a:ext>
            </a:extLst>
          </p:cNvPr>
          <p:cNvSpPr/>
          <p:nvPr/>
        </p:nvSpPr>
        <p:spPr>
          <a:xfrm>
            <a:off x="2041688" y="4769963"/>
            <a:ext cx="1387312" cy="1538955"/>
          </a:xfrm>
          <a:prstGeom prst="round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Pawn</a:t>
            </a:r>
          </a:p>
          <a:p>
            <a:pPr algn="ctr"/>
            <a:r>
              <a:rPr lang="en-US" altLang="ko-KR" dirty="0"/>
              <a:t>(Character)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C42F822-7A1D-459C-A716-D669F5EC2438}"/>
              </a:ext>
            </a:extLst>
          </p:cNvPr>
          <p:cNvSpPr/>
          <p:nvPr/>
        </p:nvSpPr>
        <p:spPr>
          <a:xfrm>
            <a:off x="1943210" y="3091522"/>
            <a:ext cx="1387312" cy="1430690"/>
          </a:xfrm>
          <a:prstGeom prst="ellipse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Actor</a:t>
            </a:r>
            <a:endParaRPr lang="ko-KR" altLang="en-US" dirty="0"/>
          </a:p>
        </p:txBody>
      </p:sp>
      <p:sp>
        <p:nvSpPr>
          <p:cNvPr id="21" name="내용 개체 틀 19">
            <a:extLst>
              <a:ext uri="{FF2B5EF4-FFF2-40B4-BE49-F238E27FC236}">
                <a16:creationId xmlns:a16="http://schemas.microsoft.com/office/drawing/2014/main" id="{7D28DEA8-AD43-40AD-A253-BAE31DC43340}"/>
              </a:ext>
            </a:extLst>
          </p:cNvPr>
          <p:cNvSpPr txBox="1">
            <a:spLocks/>
          </p:cNvSpPr>
          <p:nvPr/>
        </p:nvSpPr>
        <p:spPr>
          <a:xfrm>
            <a:off x="622168" y="1589767"/>
            <a:ext cx="11130807" cy="11909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 err="1"/>
              <a:t>블루프린트</a:t>
            </a:r>
            <a:r>
              <a:rPr lang="ko-KR" altLang="en-US" dirty="0"/>
              <a:t> </a:t>
            </a:r>
            <a:r>
              <a:rPr lang="ko-KR" altLang="en-US" dirty="0" err="1"/>
              <a:t>노드호출</a:t>
            </a:r>
            <a:r>
              <a:rPr lang="ko-KR" altLang="en-US" dirty="0"/>
              <a:t> 없이 자동 인식 한다</a:t>
            </a:r>
            <a:r>
              <a:rPr lang="en-US" altLang="ko-KR" dirty="0"/>
              <a:t>. </a:t>
            </a:r>
            <a:r>
              <a:rPr lang="ko-KR" altLang="en-US" dirty="0"/>
              <a:t>시야 검사를 위해 </a:t>
            </a:r>
            <a:r>
              <a:rPr lang="en-US" altLang="ko-KR" dirty="0"/>
              <a:t>1</a:t>
            </a:r>
            <a:r>
              <a:rPr lang="ko-KR" altLang="en-US" dirty="0"/>
              <a:t>차로 </a:t>
            </a:r>
            <a:r>
              <a:rPr lang="ko-KR" altLang="en-US" dirty="0" err="1"/>
              <a:t>시야각</a:t>
            </a:r>
            <a:r>
              <a:rPr lang="ko-KR" altLang="en-US" dirty="0"/>
              <a:t> 검사</a:t>
            </a:r>
            <a:r>
              <a:rPr lang="en-US" altLang="ko-KR" dirty="0"/>
              <a:t>, 2</a:t>
            </a:r>
            <a:r>
              <a:rPr lang="ko-KR" altLang="en-US" dirty="0"/>
              <a:t>차로 </a:t>
            </a:r>
            <a:r>
              <a:rPr lang="en-US" altLang="ko-KR" dirty="0"/>
              <a:t>AI </a:t>
            </a:r>
            <a:r>
              <a:rPr lang="ko-KR" altLang="en-US" dirty="0"/>
              <a:t>눈높이 시점에서 </a:t>
            </a:r>
            <a:r>
              <a:rPr lang="en-US" altLang="ko-KR" dirty="0"/>
              <a:t>Pawn</a:t>
            </a:r>
            <a:r>
              <a:rPr lang="ko-KR" altLang="en-US" dirty="0"/>
              <a:t>의  캡슐위치로 라인검사를 한다</a:t>
            </a:r>
            <a:r>
              <a:rPr lang="en-US" altLang="ko-KR" dirty="0"/>
              <a:t>.   </a:t>
            </a:r>
            <a:r>
              <a:rPr lang="ko-KR" altLang="en-US" dirty="0"/>
              <a:t>시야가 사라진 후에 </a:t>
            </a:r>
            <a:r>
              <a:rPr lang="en-US" altLang="ko-KR" dirty="0" err="1"/>
              <a:t>MaxAge</a:t>
            </a:r>
            <a:r>
              <a:rPr lang="ko-KR" altLang="en-US" dirty="0"/>
              <a:t>시간 만큼</a:t>
            </a:r>
            <a:r>
              <a:rPr lang="en-US" altLang="ko-KR" dirty="0"/>
              <a:t> </a:t>
            </a:r>
            <a:r>
              <a:rPr lang="ko-KR" altLang="en-US" dirty="0"/>
              <a:t>자극정보 남음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92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8C8A0-6858-4D8F-A9C6-D200B7CA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자극 </a:t>
            </a:r>
            <a:r>
              <a:rPr lang="en-US" altLang="ko-KR" dirty="0"/>
              <a:t>– </a:t>
            </a:r>
            <a:r>
              <a:rPr lang="ko-KR" altLang="en-US" dirty="0"/>
              <a:t>잡음 </a:t>
            </a:r>
            <a:r>
              <a:rPr lang="en-US" altLang="ko-KR" dirty="0"/>
              <a:t>( Noise 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B4E9C7-66A3-43F9-AF60-50D4D8A88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블루프린트</a:t>
            </a:r>
            <a:r>
              <a:rPr lang="ko-KR" altLang="en-US" dirty="0"/>
              <a:t> 노드 </a:t>
            </a:r>
            <a:r>
              <a:rPr lang="en-US" altLang="ko-KR" dirty="0" err="1"/>
              <a:t>ReportNoiseEvent</a:t>
            </a:r>
            <a:r>
              <a:rPr lang="en-US" altLang="ko-KR" dirty="0"/>
              <a:t> </a:t>
            </a:r>
            <a:r>
              <a:rPr lang="ko-KR" altLang="en-US" dirty="0"/>
              <a:t>호출</a:t>
            </a:r>
            <a:endParaRPr lang="en-US" altLang="ko-KR" dirty="0"/>
          </a:p>
          <a:p>
            <a:r>
              <a:rPr lang="en-US" altLang="ko-KR" dirty="0"/>
              <a:t>Input: </a:t>
            </a:r>
          </a:p>
          <a:p>
            <a:pPr marL="0" indent="0">
              <a:buNone/>
            </a:pPr>
            <a:r>
              <a:rPr lang="en-US" altLang="ko-KR" dirty="0"/>
              <a:t>Vecto3 Noise Location       </a:t>
            </a:r>
            <a:r>
              <a:rPr lang="ko-KR" altLang="en-US" dirty="0"/>
              <a:t>노이즈 위치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Float Loudness	// </a:t>
            </a:r>
            <a:r>
              <a:rPr lang="en-US" altLang="ko-KR" dirty="0" err="1"/>
              <a:t>MaxRange</a:t>
            </a:r>
            <a:r>
              <a:rPr lang="ko-KR" altLang="en-US" dirty="0"/>
              <a:t>와 </a:t>
            </a:r>
            <a:r>
              <a:rPr lang="ko-KR" altLang="en-US" dirty="0" err="1"/>
              <a:t>곱해짐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Actor Instigator	// </a:t>
            </a:r>
            <a:r>
              <a:rPr lang="ko-KR" altLang="en-US" dirty="0"/>
              <a:t>발생시킨 </a:t>
            </a:r>
            <a:r>
              <a:rPr lang="ko-KR" altLang="en-US" dirty="0" err="1"/>
              <a:t>액터</a:t>
            </a:r>
            <a:r>
              <a:rPr lang="ko-KR" altLang="en-US" dirty="0"/>
              <a:t> </a:t>
            </a:r>
            <a:r>
              <a:rPr lang="en-US" altLang="ko-KR" dirty="0"/>
              <a:t>(Pawn</a:t>
            </a:r>
            <a:r>
              <a:rPr lang="ko-KR" altLang="en-US" dirty="0"/>
              <a:t>이 아니어도 작동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Float </a:t>
            </a:r>
            <a:r>
              <a:rPr lang="en-US" altLang="ko-KR" dirty="0" err="1"/>
              <a:t>MaxRange</a:t>
            </a:r>
            <a:r>
              <a:rPr lang="en-US" altLang="ko-KR" dirty="0"/>
              <a:t>  //</a:t>
            </a:r>
            <a:r>
              <a:rPr lang="ko-KR" altLang="en-US" dirty="0"/>
              <a:t>소리가 </a:t>
            </a:r>
            <a:r>
              <a:rPr lang="ko-KR" altLang="en-US" dirty="0" err="1"/>
              <a:t>닿을수있는거리</a:t>
            </a:r>
            <a:r>
              <a:rPr lang="ko-KR" altLang="en-US" dirty="0"/>
              <a:t> </a:t>
            </a:r>
            <a:r>
              <a:rPr lang="en-US" altLang="ko-KR" dirty="0"/>
              <a:t>, 0</a:t>
            </a:r>
            <a:r>
              <a:rPr lang="ko-KR" altLang="en-US" dirty="0"/>
              <a:t>무한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Name Tag		// </a:t>
            </a:r>
            <a:r>
              <a:rPr lang="ko-KR" altLang="en-US" dirty="0"/>
              <a:t>추가정보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9981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A5E2C-A552-4989-92AA-9892EADE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자극 </a:t>
            </a:r>
            <a:r>
              <a:rPr lang="en-US" altLang="ko-KR" dirty="0"/>
              <a:t>– </a:t>
            </a:r>
            <a:r>
              <a:rPr lang="ko-KR" altLang="en-US" dirty="0"/>
              <a:t>데미지 </a:t>
            </a:r>
            <a:r>
              <a:rPr lang="en-US" altLang="ko-KR" dirty="0"/>
              <a:t>( Damage 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53D7AA-3D78-4FD0-9347-934750864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블루프린트</a:t>
            </a:r>
            <a:r>
              <a:rPr lang="ko-KR" altLang="en-US" dirty="0"/>
              <a:t> 노드 </a:t>
            </a:r>
            <a:r>
              <a:rPr lang="en-US" altLang="ko-KR" dirty="0" err="1"/>
              <a:t>ReportDamageEvent</a:t>
            </a:r>
            <a:r>
              <a:rPr lang="en-US" altLang="ko-KR" dirty="0"/>
              <a:t> </a:t>
            </a:r>
            <a:r>
              <a:rPr lang="ko-KR" altLang="en-US" dirty="0"/>
              <a:t>호출</a:t>
            </a:r>
            <a:endParaRPr lang="en-US" altLang="ko-KR" dirty="0"/>
          </a:p>
          <a:p>
            <a:r>
              <a:rPr lang="en-US" altLang="ko-KR" dirty="0"/>
              <a:t>Input</a:t>
            </a:r>
          </a:p>
          <a:p>
            <a:r>
              <a:rPr lang="en-US" altLang="ko-KR" dirty="0"/>
              <a:t>Actor </a:t>
            </a:r>
            <a:r>
              <a:rPr lang="en-US" altLang="ko-KR" dirty="0" err="1"/>
              <a:t>DamagedActor</a:t>
            </a:r>
            <a:r>
              <a:rPr lang="en-US" altLang="ko-KR" dirty="0"/>
              <a:t>		// </a:t>
            </a:r>
            <a:r>
              <a:rPr lang="ko-KR" altLang="en-US" dirty="0"/>
              <a:t>데미지 </a:t>
            </a:r>
            <a:r>
              <a:rPr lang="ko-KR" altLang="en-US" dirty="0" err="1"/>
              <a:t>받는액터</a:t>
            </a:r>
            <a:endParaRPr lang="en-US" altLang="ko-KR" dirty="0"/>
          </a:p>
          <a:p>
            <a:r>
              <a:rPr lang="en-US" altLang="ko-KR" dirty="0"/>
              <a:t>Actor Instigator			// </a:t>
            </a:r>
            <a:r>
              <a:rPr lang="ko-KR" altLang="en-US" dirty="0" err="1"/>
              <a:t>발생시킨액터</a:t>
            </a:r>
            <a:endParaRPr lang="en-US" altLang="ko-KR" dirty="0"/>
          </a:p>
          <a:p>
            <a:r>
              <a:rPr lang="en-US" altLang="ko-KR" dirty="0"/>
              <a:t>Float </a:t>
            </a:r>
            <a:r>
              <a:rPr lang="en-US" altLang="ko-KR" dirty="0" err="1"/>
              <a:t>DamageAmount</a:t>
            </a:r>
            <a:r>
              <a:rPr lang="en-US" altLang="ko-KR" dirty="0"/>
              <a:t>  // </a:t>
            </a:r>
            <a:r>
              <a:rPr lang="ko-KR" altLang="en-US" dirty="0" err="1"/>
              <a:t>데미지량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이면 </a:t>
            </a:r>
            <a:r>
              <a:rPr lang="ko-KR" altLang="en-US" dirty="0" err="1"/>
              <a:t>이벤트없음</a:t>
            </a:r>
            <a:endParaRPr lang="en-US" altLang="ko-KR" dirty="0"/>
          </a:p>
          <a:p>
            <a:r>
              <a:rPr lang="en-US" altLang="ko-KR" dirty="0"/>
              <a:t>Vector3 </a:t>
            </a:r>
            <a:r>
              <a:rPr lang="en-US" altLang="ko-KR" dirty="0" err="1"/>
              <a:t>EventLocation</a:t>
            </a:r>
            <a:r>
              <a:rPr lang="en-US" altLang="ko-KR" dirty="0"/>
              <a:t>  // </a:t>
            </a:r>
            <a:r>
              <a:rPr lang="ko-KR" altLang="en-US" dirty="0"/>
              <a:t>데미지 </a:t>
            </a:r>
            <a:r>
              <a:rPr lang="ko-KR" altLang="en-US" dirty="0" err="1"/>
              <a:t>액터</a:t>
            </a:r>
            <a:r>
              <a:rPr lang="ko-KR" altLang="en-US" dirty="0"/>
              <a:t> 위치 </a:t>
            </a:r>
            <a:endParaRPr lang="en-US" altLang="ko-KR" dirty="0"/>
          </a:p>
          <a:p>
            <a:r>
              <a:rPr lang="en-US" altLang="ko-KR" dirty="0"/>
              <a:t>Vector3 </a:t>
            </a:r>
            <a:r>
              <a:rPr lang="en-US" altLang="ko-KR" dirty="0" err="1"/>
              <a:t>HitLocation</a:t>
            </a:r>
            <a:r>
              <a:rPr lang="en-US" altLang="ko-KR" dirty="0"/>
              <a:t> // </a:t>
            </a:r>
            <a:r>
              <a:rPr lang="ko-KR" altLang="en-US" dirty="0"/>
              <a:t>데미지 받은 위치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17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2F61E-559A-402D-8E5F-C8C8C84D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자극 </a:t>
            </a:r>
            <a:r>
              <a:rPr lang="en-US" altLang="ko-KR" dirty="0"/>
              <a:t>– </a:t>
            </a:r>
            <a:r>
              <a:rPr lang="ko-KR" altLang="en-US" dirty="0" err="1"/>
              <a:t>액터</a:t>
            </a:r>
            <a:r>
              <a:rPr lang="ko-KR" altLang="en-US" dirty="0"/>
              <a:t> 예측 </a:t>
            </a:r>
            <a:r>
              <a:rPr lang="en-US" altLang="ko-KR" dirty="0"/>
              <a:t>( Prediction 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635C9-A523-41A2-A199-D5A3741F3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블루프린트</a:t>
            </a:r>
            <a:r>
              <a:rPr lang="ko-KR" altLang="en-US" dirty="0"/>
              <a:t> 노드 </a:t>
            </a:r>
            <a:r>
              <a:rPr lang="en-US" altLang="ko-KR" dirty="0" err="1"/>
              <a:t>RequestControllerPredictEvent</a:t>
            </a:r>
            <a:r>
              <a:rPr lang="en-US" altLang="ko-KR" dirty="0"/>
              <a:t> </a:t>
            </a:r>
            <a:r>
              <a:rPr lang="ko-KR" altLang="en-US" dirty="0"/>
              <a:t>호출</a:t>
            </a:r>
            <a:endParaRPr lang="en-US" altLang="ko-KR" dirty="0"/>
          </a:p>
          <a:p>
            <a:r>
              <a:rPr lang="ko-KR" altLang="en-US" dirty="0" err="1"/>
              <a:t>몇초</a:t>
            </a:r>
            <a:r>
              <a:rPr lang="ko-KR" altLang="en-US" dirty="0"/>
              <a:t> 뒤의 </a:t>
            </a:r>
            <a:r>
              <a:rPr lang="en-US" altLang="ko-KR" dirty="0"/>
              <a:t>Actor</a:t>
            </a:r>
            <a:r>
              <a:rPr lang="ko-KR" altLang="en-US" dirty="0"/>
              <a:t>의 위치를 </a:t>
            </a:r>
            <a:r>
              <a:rPr lang="ko-KR" altLang="en-US" dirty="0" err="1"/>
              <a:t>예측요청한다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304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B37DBC6-01E8-478C-B31E-945ACA48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61122"/>
            <a:ext cx="11322063" cy="50298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0348ED-852B-4480-86DE-6A334E74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Event - </a:t>
            </a:r>
            <a:r>
              <a:rPr lang="en-US" altLang="ko-KR" dirty="0" err="1"/>
              <a:t>OnTargetActorPerceptionUpdated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23720E-268F-4831-96F8-1F9DE4B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30" y="3428999"/>
            <a:ext cx="8572500" cy="2747963"/>
          </a:xfrm>
        </p:spPr>
        <p:txBody>
          <a:bodyPr>
            <a:normAutofit fontScale="92500"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자극에 대한 업데이트가 </a:t>
            </a:r>
            <a:r>
              <a:rPr lang="ko-KR" altLang="en-US" dirty="0" err="1">
                <a:solidFill>
                  <a:schemeClr val="bg1"/>
                </a:solidFill>
              </a:rPr>
              <a:t>있을때</a:t>
            </a:r>
            <a:r>
              <a:rPr lang="ko-KR" altLang="en-US" dirty="0">
                <a:solidFill>
                  <a:schemeClr val="bg1"/>
                </a:solidFill>
              </a:rPr>
              <a:t> 이벤트가 일어난다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 새로운 </a:t>
            </a:r>
            <a:r>
              <a:rPr lang="ko-KR" altLang="en-US" dirty="0" err="1">
                <a:solidFill>
                  <a:schemeClr val="bg1"/>
                </a:solidFill>
              </a:rPr>
              <a:t>액터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자극이 </a:t>
            </a:r>
            <a:r>
              <a:rPr lang="ko-KR" altLang="en-US" dirty="0" err="1">
                <a:solidFill>
                  <a:schemeClr val="bg1"/>
                </a:solidFill>
              </a:rPr>
              <a:t>감지될때</a:t>
            </a:r>
            <a:r>
              <a:rPr lang="ko-KR" altLang="en-US" dirty="0">
                <a:solidFill>
                  <a:schemeClr val="bg1"/>
                </a:solidFill>
              </a:rPr>
              <a:t> 또는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 감지한 이후 잊혀지는 시간 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MaxAge</a:t>
            </a:r>
            <a:r>
              <a:rPr lang="en-US" altLang="ko-KR" dirty="0">
                <a:solidFill>
                  <a:schemeClr val="bg1"/>
                </a:solidFill>
              </a:rPr>
              <a:t>) </a:t>
            </a:r>
            <a:r>
              <a:rPr lang="ko-KR" altLang="en-US" dirty="0">
                <a:solidFill>
                  <a:schemeClr val="bg1"/>
                </a:solidFill>
              </a:rPr>
              <a:t>이후 자극이 </a:t>
            </a:r>
            <a:r>
              <a:rPr lang="ko-KR" altLang="en-US" dirty="0" err="1">
                <a:solidFill>
                  <a:schemeClr val="bg1"/>
                </a:solidFill>
              </a:rPr>
              <a:t>사라질때</a:t>
            </a:r>
            <a:r>
              <a:rPr lang="ko-KR" altLang="en-US" dirty="0">
                <a:solidFill>
                  <a:schemeClr val="bg1"/>
                </a:solidFill>
              </a:rPr>
              <a:t> 호출된다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r>
              <a:rPr lang="ko-KR" altLang="en-US" dirty="0">
                <a:solidFill>
                  <a:schemeClr val="bg1"/>
                </a:solidFill>
              </a:rPr>
              <a:t>  </a:t>
            </a:r>
            <a:endParaRPr lang="en-US" altLang="ko-KR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Output: Actor (</a:t>
            </a:r>
            <a:r>
              <a:rPr lang="ko-KR" altLang="en-US" dirty="0">
                <a:solidFill>
                  <a:schemeClr val="bg1"/>
                </a:solidFill>
              </a:rPr>
              <a:t>업데이트가 일어난</a:t>
            </a:r>
            <a:r>
              <a:rPr lang="en-US" altLang="ko-KR" dirty="0">
                <a:solidFill>
                  <a:schemeClr val="bg1"/>
                </a:solidFill>
              </a:rPr>
              <a:t>Actor)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            Stimulus(</a:t>
            </a:r>
            <a:r>
              <a:rPr lang="ko-KR" altLang="en-US" dirty="0">
                <a:solidFill>
                  <a:schemeClr val="bg1"/>
                </a:solidFill>
              </a:rPr>
              <a:t>업데이트된 자극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942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183221B-E0C4-4B2B-88D6-D4F5443C1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074" y="0"/>
            <a:ext cx="12376741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C0DC94-C92A-4814-9CF7-EB8DB52DABF3}"/>
              </a:ext>
            </a:extLst>
          </p:cNvPr>
          <p:cNvSpPr txBox="1"/>
          <p:nvPr/>
        </p:nvSpPr>
        <p:spPr>
          <a:xfrm>
            <a:off x="0" y="2698002"/>
            <a:ext cx="116045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</a:rPr>
              <a:t>Age : </a:t>
            </a:r>
            <a:r>
              <a:rPr lang="ko-KR" altLang="en-US" sz="3200" dirty="0">
                <a:solidFill>
                  <a:schemeClr val="bg1"/>
                </a:solidFill>
              </a:rPr>
              <a:t>자극이 발생한 이후의 시간</a:t>
            </a:r>
            <a:endParaRPr lang="en-US" altLang="ko-KR" sz="3200" dirty="0">
              <a:solidFill>
                <a:schemeClr val="bg1"/>
              </a:solidFill>
            </a:endParaRPr>
          </a:p>
          <a:p>
            <a:r>
              <a:rPr lang="en-US" altLang="ko-KR" sz="3200" dirty="0">
                <a:solidFill>
                  <a:schemeClr val="bg1"/>
                </a:solidFill>
              </a:rPr>
              <a:t>Expiration Age: </a:t>
            </a:r>
            <a:r>
              <a:rPr lang="ko-KR" altLang="en-US" sz="3200" dirty="0">
                <a:solidFill>
                  <a:schemeClr val="bg1"/>
                </a:solidFill>
              </a:rPr>
              <a:t>자극이 무효화 되기까지의 시간</a:t>
            </a:r>
            <a:br>
              <a:rPr lang="en-US" altLang="ko-KR" sz="3200" dirty="0">
                <a:solidFill>
                  <a:schemeClr val="bg1"/>
                </a:solidFill>
              </a:rPr>
            </a:br>
            <a:r>
              <a:rPr lang="en-US" altLang="ko-KR" sz="3200" dirty="0">
                <a:solidFill>
                  <a:schemeClr val="bg1"/>
                </a:solidFill>
              </a:rPr>
              <a:t>Strength: </a:t>
            </a:r>
            <a:r>
              <a:rPr lang="ko-KR" altLang="en-US" sz="3200" dirty="0">
                <a:solidFill>
                  <a:schemeClr val="bg1"/>
                </a:solidFill>
              </a:rPr>
              <a:t>자극에 정의된 가중치</a:t>
            </a:r>
            <a:endParaRPr lang="en-US" altLang="ko-KR" sz="3200" dirty="0">
              <a:solidFill>
                <a:schemeClr val="bg1"/>
              </a:solidFill>
            </a:endParaRPr>
          </a:p>
          <a:p>
            <a:r>
              <a:rPr lang="en-US" altLang="ko-KR" sz="3200" dirty="0">
                <a:solidFill>
                  <a:schemeClr val="bg1"/>
                </a:solidFill>
              </a:rPr>
              <a:t>Stimulus Location: </a:t>
            </a:r>
            <a:r>
              <a:rPr lang="ko-KR" altLang="en-US" sz="3200" dirty="0">
                <a:solidFill>
                  <a:schemeClr val="bg1"/>
                </a:solidFill>
              </a:rPr>
              <a:t>자극이 시작된 곳</a:t>
            </a:r>
            <a:endParaRPr lang="en-US" altLang="ko-KR" sz="3200" dirty="0">
              <a:solidFill>
                <a:schemeClr val="bg1"/>
              </a:solidFill>
            </a:endParaRPr>
          </a:p>
          <a:p>
            <a:r>
              <a:rPr lang="en-US" altLang="ko-KR" sz="3200" dirty="0">
                <a:solidFill>
                  <a:schemeClr val="bg1"/>
                </a:solidFill>
              </a:rPr>
              <a:t>Receiver Location:  </a:t>
            </a:r>
            <a:r>
              <a:rPr lang="ko-KR" altLang="en-US" sz="3200" dirty="0">
                <a:solidFill>
                  <a:schemeClr val="bg1"/>
                </a:solidFill>
              </a:rPr>
              <a:t>시스템이 자극을 등록한곳</a:t>
            </a:r>
            <a:r>
              <a:rPr lang="en-US" altLang="ko-KR" sz="3200" dirty="0">
                <a:solidFill>
                  <a:schemeClr val="bg1"/>
                </a:solidFill>
              </a:rPr>
              <a:t>?</a:t>
            </a:r>
          </a:p>
          <a:p>
            <a:r>
              <a:rPr lang="en-US" altLang="ko-KR" sz="3200" dirty="0">
                <a:solidFill>
                  <a:schemeClr val="bg1"/>
                </a:solidFill>
              </a:rPr>
              <a:t>Tag: </a:t>
            </a:r>
            <a:r>
              <a:rPr lang="ko-KR" altLang="en-US" sz="3200" dirty="0">
                <a:solidFill>
                  <a:schemeClr val="bg1"/>
                </a:solidFill>
              </a:rPr>
              <a:t>자극에 정의된 추가 정보</a:t>
            </a:r>
            <a:endParaRPr lang="en-US" altLang="ko-KR" sz="3200" dirty="0">
              <a:solidFill>
                <a:schemeClr val="bg1"/>
              </a:solidFill>
            </a:endParaRPr>
          </a:p>
          <a:p>
            <a:r>
              <a:rPr lang="en-US" altLang="ko-KR" sz="3200" dirty="0">
                <a:solidFill>
                  <a:schemeClr val="bg1"/>
                </a:solidFill>
              </a:rPr>
              <a:t>Successfully Sensed: </a:t>
            </a:r>
            <a:r>
              <a:rPr lang="ko-KR" altLang="en-US" sz="3200" dirty="0">
                <a:solidFill>
                  <a:schemeClr val="bg1"/>
                </a:solidFill>
              </a:rPr>
              <a:t>자극   감지됨</a:t>
            </a:r>
            <a:r>
              <a:rPr lang="en-US" altLang="ko-KR" sz="3200" dirty="0">
                <a:solidFill>
                  <a:schemeClr val="bg1"/>
                </a:solidFill>
              </a:rPr>
              <a:t> or </a:t>
            </a:r>
            <a:r>
              <a:rPr lang="ko-KR" altLang="en-US" sz="3200" dirty="0">
                <a:solidFill>
                  <a:schemeClr val="bg1"/>
                </a:solidFill>
              </a:rPr>
              <a:t>무효화됨</a:t>
            </a:r>
          </a:p>
        </p:txBody>
      </p:sp>
    </p:spTree>
    <p:extLst>
      <p:ext uri="{BB962C8B-B14F-4D97-AF65-F5344CB8AC3E}">
        <p14:creationId xmlns:p14="http://schemas.microsoft.com/office/powerpoint/2010/main" val="258158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8B28A-6266-437B-B79C-4C52F388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Event - </a:t>
            </a:r>
            <a:r>
              <a:rPr lang="en-US" altLang="ko-KR" dirty="0" err="1"/>
              <a:t>OnPerceptionUpdated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DE611-C77C-47A7-813C-CBE6DD09F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Output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업데이트된 자극이 </a:t>
            </a:r>
            <a:r>
              <a:rPr lang="ko-KR" altLang="en-US" dirty="0" err="1"/>
              <a:t>있을경우</a:t>
            </a:r>
            <a:r>
              <a:rPr lang="ko-KR" altLang="en-US" dirty="0"/>
              <a:t> 업데이트가 일어난 모든 </a:t>
            </a:r>
            <a:r>
              <a:rPr lang="en-US" altLang="ko-KR" dirty="0"/>
              <a:t>Actor </a:t>
            </a:r>
            <a:r>
              <a:rPr lang="ko-KR" altLang="en-US" dirty="0"/>
              <a:t>를 </a:t>
            </a:r>
            <a:r>
              <a:rPr lang="ko-KR" altLang="en-US" dirty="0" err="1"/>
              <a:t>리턴한다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 </a:t>
            </a:r>
            <a:r>
              <a:rPr lang="en-US" altLang="ko-KR" dirty="0" err="1"/>
              <a:t>OnTargetActorPerceptionUpdated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이벤트 처리 후에 이벤트가 일어난다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1800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836DC-A9B2-48F0-861D-D6121BAE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Func</a:t>
            </a:r>
            <a:r>
              <a:rPr lang="en-US" altLang="ko-KR" sz="3600" dirty="0"/>
              <a:t> - </a:t>
            </a:r>
            <a:r>
              <a:rPr lang="en-US" altLang="ko-KR" dirty="0" err="1"/>
              <a:t>GetActorsPerception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EBF7AC-34C3-4E53-A1C6-8C1EFFC6B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Input : Actor   </a:t>
            </a:r>
          </a:p>
          <a:p>
            <a:r>
              <a:rPr lang="en-US" altLang="ko-KR" dirty="0"/>
              <a:t>Output: bool , </a:t>
            </a:r>
            <a:r>
              <a:rPr lang="en-US" altLang="ko-KR" dirty="0" err="1"/>
              <a:t>ActorPerceptionBlueprintInfo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컴포넌트는 </a:t>
            </a:r>
            <a:r>
              <a:rPr lang="en-US" altLang="ko-KR" dirty="0"/>
              <a:t>Input Actor</a:t>
            </a:r>
            <a:r>
              <a:rPr lang="ko-KR" altLang="en-US" dirty="0"/>
              <a:t>가 </a:t>
            </a:r>
            <a:r>
              <a:rPr lang="ko-KR" altLang="en-US" dirty="0" err="1"/>
              <a:t>감지된적이</a:t>
            </a:r>
            <a:r>
              <a:rPr lang="ko-KR" altLang="en-US" dirty="0"/>
              <a:t> 있는지 검사한다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Output True</a:t>
            </a:r>
            <a:r>
              <a:rPr lang="ko-KR" altLang="en-US" dirty="0"/>
              <a:t>면 감지된 자극</a:t>
            </a:r>
            <a:r>
              <a:rPr lang="en-US" altLang="ko-KR" dirty="0"/>
              <a:t>(stimulus)</a:t>
            </a:r>
            <a:r>
              <a:rPr lang="ko-KR" altLang="en-US" dirty="0"/>
              <a:t>목록 상태를 알림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감지된적</a:t>
            </a:r>
            <a:r>
              <a:rPr lang="ko-KR" altLang="en-US" dirty="0"/>
              <a:t> 없는 자극 정보는 구체화 되지 않으므로  자극 정보를  </a:t>
            </a:r>
            <a:r>
              <a:rPr lang="en-US" altLang="ko-KR" dirty="0" err="1"/>
              <a:t>GetSenseClassForStimulus</a:t>
            </a:r>
            <a:r>
              <a:rPr lang="en-US" altLang="ko-KR" dirty="0"/>
              <a:t> BP</a:t>
            </a:r>
            <a:r>
              <a:rPr lang="ko-KR" altLang="en-US" dirty="0"/>
              <a:t>노드로 클래스 </a:t>
            </a:r>
            <a:r>
              <a:rPr lang="ko-KR" altLang="en-US" dirty="0" err="1"/>
              <a:t>변환후</a:t>
            </a:r>
            <a:r>
              <a:rPr lang="ko-KR" altLang="en-US" dirty="0"/>
              <a:t> </a:t>
            </a:r>
            <a:r>
              <a:rPr lang="en-US" altLang="ko-KR" dirty="0" err="1"/>
              <a:t>IsValid</a:t>
            </a:r>
            <a:r>
              <a:rPr lang="en-US" altLang="ko-KR" dirty="0"/>
              <a:t> </a:t>
            </a:r>
            <a:r>
              <a:rPr lang="ko-KR" altLang="en-US" dirty="0"/>
              <a:t>확인한다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3320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235B176-8AE9-468A-83B5-5FC0B65E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40"/>
            <a:ext cx="12192000" cy="675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16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B7F2A-2C11-48BB-99CF-CE62544F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Func</a:t>
            </a:r>
            <a:r>
              <a:rPr lang="en-US" altLang="ko-KR" sz="3600" dirty="0"/>
              <a:t> - </a:t>
            </a:r>
            <a:r>
              <a:rPr lang="en-US" altLang="ko-KR" dirty="0" err="1"/>
              <a:t>GetCurrentlyPerceivedActors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7FB35-5901-454E-889F-26EE8C6B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 : </a:t>
            </a:r>
            <a:r>
              <a:rPr lang="en-US" altLang="ko-KR" dirty="0" err="1"/>
              <a:t>AISense</a:t>
            </a:r>
            <a:r>
              <a:rPr lang="en-US" altLang="ko-KR" dirty="0"/>
              <a:t> </a:t>
            </a:r>
            <a:r>
              <a:rPr lang="ko-KR" altLang="en-US" dirty="0"/>
              <a:t>클래스 레퍼런스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컴포넌트가 현재 감지한 월드에 존재하는 </a:t>
            </a:r>
            <a:r>
              <a:rPr lang="ko-KR" altLang="en-US" dirty="0" err="1"/>
              <a:t>액터</a:t>
            </a:r>
            <a:r>
              <a:rPr lang="ko-KR" altLang="en-US" dirty="0"/>
              <a:t> 목록을 </a:t>
            </a:r>
            <a:r>
              <a:rPr lang="ko-KR" altLang="en-US" dirty="0" err="1"/>
              <a:t>리턴한다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지정한 </a:t>
            </a:r>
            <a:r>
              <a:rPr lang="en-US" altLang="ko-KR" dirty="0"/>
              <a:t>AI Sense</a:t>
            </a:r>
            <a:r>
              <a:rPr lang="ko-KR" altLang="en-US" dirty="0"/>
              <a:t>가 있으면 필터링한다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1718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92B04-1CA7-44E2-820F-3A61D1CEA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Func</a:t>
            </a:r>
            <a:r>
              <a:rPr lang="en-US" altLang="ko-KR" sz="3600" dirty="0"/>
              <a:t> - </a:t>
            </a:r>
            <a:r>
              <a:rPr lang="en-US" altLang="ko-KR" dirty="0" err="1"/>
              <a:t>GetKnownPerceivedActors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F068D2-5E79-4BC0-BA15-20E6746A0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Input : </a:t>
            </a:r>
            <a:r>
              <a:rPr lang="en-US" altLang="ko-KR" dirty="0" err="1"/>
              <a:t>AISense</a:t>
            </a:r>
            <a:r>
              <a:rPr lang="en-US" altLang="ko-KR" dirty="0"/>
              <a:t> </a:t>
            </a:r>
            <a:r>
              <a:rPr lang="ko-KR" altLang="en-US" dirty="0"/>
              <a:t>클래스 레퍼런스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컴포넌트가 현재 그리고 과거 감지한 월드에 존재하는 </a:t>
            </a:r>
            <a:r>
              <a:rPr lang="ko-KR" altLang="en-US" dirty="0" err="1"/>
              <a:t>액터</a:t>
            </a:r>
            <a:r>
              <a:rPr lang="ko-KR" altLang="en-US" dirty="0"/>
              <a:t> 목록을 </a:t>
            </a:r>
            <a:r>
              <a:rPr lang="ko-KR" altLang="en-US" dirty="0" err="1"/>
              <a:t>리턴한다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지정한 </a:t>
            </a:r>
            <a:r>
              <a:rPr lang="en-US" altLang="ko-KR" dirty="0"/>
              <a:t>AI Sense</a:t>
            </a:r>
            <a:r>
              <a:rPr lang="ko-KR" altLang="en-US" dirty="0"/>
              <a:t>가 있으면 필터링한다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3485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68A07-3351-45FB-86F1-3D7D1C80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Func</a:t>
            </a:r>
            <a:r>
              <a:rPr lang="en-US" altLang="ko-KR" sz="3600" dirty="0"/>
              <a:t> - </a:t>
            </a:r>
            <a:r>
              <a:rPr lang="en-US" altLang="ko-KR" dirty="0" err="1"/>
              <a:t>GetPerceivedHostileActors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31A167-49B9-47C2-AE5F-060904DE2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컴포넌트가 현재 인식한 적 </a:t>
            </a:r>
            <a:r>
              <a:rPr lang="ko-KR" altLang="en-US" dirty="0" err="1"/>
              <a:t>액터</a:t>
            </a:r>
            <a:r>
              <a:rPr lang="ko-KR" altLang="en-US" dirty="0"/>
              <a:t> 목록을 </a:t>
            </a:r>
            <a:r>
              <a:rPr lang="ko-KR" altLang="en-US" dirty="0" err="1"/>
              <a:t>리턴한다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</a:t>
            </a:r>
            <a:r>
              <a:rPr lang="ko-KR" altLang="en-US" dirty="0"/>
              <a:t>아군</a:t>
            </a:r>
            <a:r>
              <a:rPr lang="en-US" altLang="ko-KR" dirty="0"/>
              <a:t>,</a:t>
            </a:r>
            <a:r>
              <a:rPr lang="ko-KR" altLang="en-US" dirty="0"/>
              <a:t>중립</a:t>
            </a:r>
            <a:r>
              <a:rPr lang="en-US" altLang="ko-KR" dirty="0"/>
              <a:t>,</a:t>
            </a:r>
            <a:r>
              <a:rPr lang="ko-KR" altLang="en-US" dirty="0"/>
              <a:t>적 개념이 있지만 </a:t>
            </a:r>
            <a:r>
              <a:rPr lang="ko-KR" altLang="en-US" dirty="0" err="1"/>
              <a:t>블루프린트</a:t>
            </a:r>
            <a:r>
              <a:rPr lang="ko-KR" altLang="en-US" dirty="0"/>
              <a:t> 레벨에서는 설정불가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구분하려면 </a:t>
            </a:r>
            <a:r>
              <a:rPr lang="en-US" altLang="ko-KR" dirty="0" err="1"/>
              <a:t>GetCurrentlyPerceivedActors</a:t>
            </a:r>
            <a:r>
              <a:rPr lang="en-US" altLang="ko-KR" dirty="0"/>
              <a:t> </a:t>
            </a:r>
            <a:r>
              <a:rPr lang="ko-KR" altLang="en-US" dirty="0"/>
              <a:t>노드 사용 이후에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Tag</a:t>
            </a:r>
            <a:r>
              <a:rPr lang="ko-KR" altLang="en-US" dirty="0"/>
              <a:t>로 필터링 </a:t>
            </a:r>
            <a:r>
              <a:rPr lang="ko-KR" altLang="en-US" dirty="0" err="1"/>
              <a:t>사용하는방법을</a:t>
            </a:r>
            <a:r>
              <a:rPr lang="ko-KR" altLang="en-US" dirty="0"/>
              <a:t> 추천</a:t>
            </a:r>
          </a:p>
        </p:txBody>
      </p:sp>
    </p:spTree>
    <p:extLst>
      <p:ext uri="{BB962C8B-B14F-4D97-AF65-F5344CB8AC3E}">
        <p14:creationId xmlns:p14="http://schemas.microsoft.com/office/powerpoint/2010/main" val="2831644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F0619-38FF-4069-BABB-4710D838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debug?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B874E1-0D59-4504-B97A-E5D6010AF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 캐릭터가 디버깅 하려는 </a:t>
            </a:r>
            <a:r>
              <a:rPr lang="en-US" altLang="ko-KR" dirty="0"/>
              <a:t>Pawn</a:t>
            </a:r>
            <a:r>
              <a:rPr lang="ko-KR" altLang="en-US" dirty="0"/>
              <a:t>을 보고</a:t>
            </a:r>
            <a:endParaRPr lang="en-US" altLang="ko-KR" dirty="0"/>
          </a:p>
          <a:p>
            <a:r>
              <a:rPr lang="ko-KR" altLang="en-US" dirty="0"/>
              <a:t>키보드 </a:t>
            </a:r>
            <a:r>
              <a:rPr lang="en-US" altLang="ko-KR" dirty="0"/>
              <a:t>‘  </a:t>
            </a:r>
            <a:r>
              <a:rPr lang="ko-KR" altLang="en-US" dirty="0"/>
              <a:t>아포스트로피</a:t>
            </a:r>
            <a:r>
              <a:rPr lang="en-US" altLang="ko-KR" dirty="0"/>
              <a:t>(</a:t>
            </a:r>
            <a:r>
              <a:rPr lang="ko-KR" altLang="en-US" dirty="0" err="1"/>
              <a:t>엔터왼쪽</a:t>
            </a:r>
            <a:r>
              <a:rPr lang="en-US" altLang="ko-KR" dirty="0"/>
              <a:t>) </a:t>
            </a:r>
            <a:r>
              <a:rPr lang="ko-KR" altLang="en-US" dirty="0"/>
              <a:t>로 </a:t>
            </a:r>
            <a:r>
              <a:rPr lang="en-US" altLang="ko-KR" dirty="0"/>
              <a:t>Debug Toggle</a:t>
            </a:r>
          </a:p>
          <a:p>
            <a:r>
              <a:rPr lang="ko-KR" altLang="en-US" dirty="0"/>
              <a:t>키보드 </a:t>
            </a:r>
            <a:r>
              <a:rPr lang="en-US" altLang="ko-KR" dirty="0"/>
              <a:t>Num1,2,3,4 </a:t>
            </a:r>
            <a:r>
              <a:rPr lang="ko-KR" altLang="en-US" dirty="0"/>
              <a:t>키로 </a:t>
            </a:r>
            <a:r>
              <a:rPr lang="en-US" altLang="ko-KR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1209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D1369-40C9-46F3-9C22-D0EB6F1F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Perception </a:t>
            </a:r>
            <a:r>
              <a:rPr lang="ko-KR" altLang="en-US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60A719-6230-4D33-9528-54105C89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감지된 정보를 </a:t>
            </a:r>
            <a:r>
              <a:rPr lang="en-US" altLang="ko-KR" dirty="0" err="1"/>
              <a:t>AIController</a:t>
            </a:r>
            <a:r>
              <a:rPr lang="ko-KR" altLang="en-US" dirty="0"/>
              <a:t>에 보관한다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정보를 기반으로 움직이거나 행동을 결정한다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BehaviorTree</a:t>
            </a:r>
            <a:r>
              <a:rPr lang="en-US" altLang="ko-KR" dirty="0"/>
              <a:t> &amp;</a:t>
            </a:r>
            <a:r>
              <a:rPr lang="ko-KR" altLang="en-US" dirty="0"/>
              <a:t> </a:t>
            </a:r>
            <a:r>
              <a:rPr lang="en-US" altLang="ko-KR" dirty="0"/>
              <a:t>Blackboard</a:t>
            </a:r>
            <a:r>
              <a:rPr lang="ko-KR" altLang="en-US" dirty="0"/>
              <a:t>를 사용한다면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Blackboard</a:t>
            </a:r>
            <a:r>
              <a:rPr lang="ko-KR" altLang="en-US" dirty="0"/>
              <a:t>에 정보를 설정</a:t>
            </a:r>
            <a:r>
              <a:rPr lang="en-US" altLang="ko-KR" dirty="0"/>
              <a:t>(</a:t>
            </a:r>
            <a:r>
              <a:rPr lang="en-US" altLang="ko-KR" dirty="0" err="1"/>
              <a:t>SetValueAs</a:t>
            </a:r>
            <a:r>
              <a:rPr lang="en-US" altLang="ko-KR" dirty="0"/>
              <a:t>… </a:t>
            </a:r>
            <a:r>
              <a:rPr lang="ko-KR" altLang="en-US" dirty="0"/>
              <a:t>노드 사용</a:t>
            </a:r>
            <a:r>
              <a:rPr lang="en-US" altLang="ko-KR" dirty="0"/>
              <a:t> )</a:t>
            </a:r>
            <a:r>
              <a:rPr lang="ko-KR" altLang="en-US" dirty="0"/>
              <a:t>하여 </a:t>
            </a:r>
            <a:r>
              <a:rPr lang="en-US" altLang="ko-KR" dirty="0" err="1"/>
              <a:t>BehaviorTree</a:t>
            </a:r>
            <a:r>
              <a:rPr lang="ko-KR" altLang="en-US" dirty="0"/>
              <a:t>의 행동의 결정 정보로 </a:t>
            </a:r>
            <a:r>
              <a:rPr lang="ko-KR" altLang="en-US" dirty="0" err="1"/>
              <a:t>사용하게한다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6971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E6403-7CA1-40F5-BAFA-9242549B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BehaviorTree</a:t>
            </a:r>
            <a:r>
              <a:rPr lang="en-US" altLang="ko-KR" dirty="0"/>
              <a:t> &amp; Blackboard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8C4932-7F73-48F6-9CA1-6025F58CF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의 행동 결정을 </a:t>
            </a:r>
            <a:r>
              <a:rPr lang="en-US" altLang="ko-KR" dirty="0"/>
              <a:t>2</a:t>
            </a:r>
            <a:r>
              <a:rPr lang="ko-KR" altLang="en-US" dirty="0"/>
              <a:t>가지 </a:t>
            </a:r>
            <a:r>
              <a:rPr lang="en-US" altLang="ko-KR" dirty="0"/>
              <a:t>Asset</a:t>
            </a:r>
            <a:r>
              <a:rPr lang="ko-KR" altLang="en-US" dirty="0"/>
              <a:t>으로 분리  </a:t>
            </a:r>
            <a:r>
              <a:rPr lang="en-US" altLang="ko-KR" dirty="0"/>
              <a:t> </a:t>
            </a:r>
          </a:p>
          <a:p>
            <a:r>
              <a:rPr lang="en-US" altLang="ko-KR" dirty="0" err="1"/>
              <a:t>BehaviorTree</a:t>
            </a:r>
            <a:r>
              <a:rPr lang="ko-KR" altLang="en-US" dirty="0"/>
              <a:t>에서 사용할 </a:t>
            </a:r>
            <a:r>
              <a:rPr lang="en-US" altLang="ko-KR" dirty="0"/>
              <a:t>Blackboard</a:t>
            </a:r>
            <a:r>
              <a:rPr lang="ko-KR" altLang="en-US" dirty="0"/>
              <a:t>를 </a:t>
            </a:r>
            <a:r>
              <a:rPr lang="ko-KR" altLang="en-US" dirty="0" err="1"/>
              <a:t>지정하므로서</a:t>
            </a:r>
            <a:r>
              <a:rPr lang="ko-KR" altLang="en-US" dirty="0"/>
              <a:t> </a:t>
            </a:r>
            <a:r>
              <a:rPr lang="en-US" altLang="ko-KR" dirty="0"/>
              <a:t>1:1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연결됨</a:t>
            </a:r>
            <a:endParaRPr lang="en-US" altLang="ko-KR" dirty="0"/>
          </a:p>
          <a:p>
            <a:r>
              <a:rPr lang="en-US" altLang="ko-KR" dirty="0" err="1"/>
              <a:t>BehaviorTree</a:t>
            </a:r>
            <a:r>
              <a:rPr lang="ko-KR" altLang="en-US" dirty="0"/>
              <a:t>는 논리결정 구조를 </a:t>
            </a:r>
            <a:r>
              <a:rPr lang="ko-KR" altLang="en-US" dirty="0" err="1"/>
              <a:t>시각적으로구체화하여</a:t>
            </a:r>
            <a:r>
              <a:rPr lang="ko-KR" altLang="en-US" dirty="0"/>
              <a:t> </a:t>
            </a:r>
            <a:r>
              <a:rPr lang="en-US" altLang="ko-KR" dirty="0"/>
              <a:t>Task</a:t>
            </a:r>
            <a:r>
              <a:rPr lang="ko-KR" altLang="en-US" dirty="0"/>
              <a:t>를 실행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Blackboard</a:t>
            </a:r>
            <a:r>
              <a:rPr lang="ko-KR" altLang="en-US" dirty="0"/>
              <a:t>에는 논리결정 단서가 되는 정보를 구체화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Task</a:t>
            </a:r>
            <a:r>
              <a:rPr lang="ko-KR" altLang="en-US" dirty="0"/>
              <a:t>의 결과</a:t>
            </a:r>
            <a:r>
              <a:rPr lang="en-US" altLang="ko-KR" dirty="0"/>
              <a:t>(</a:t>
            </a:r>
            <a:r>
              <a:rPr lang="en-US" altLang="ko-KR" dirty="0" err="1"/>
              <a:t>true,false</a:t>
            </a:r>
            <a:r>
              <a:rPr lang="en-US" altLang="ko-KR" dirty="0"/>
              <a:t>)</a:t>
            </a:r>
            <a:r>
              <a:rPr lang="ko-KR" altLang="en-US" dirty="0"/>
              <a:t>나 </a:t>
            </a:r>
            <a:r>
              <a:rPr lang="en-US" altLang="ko-KR" dirty="0"/>
              <a:t>Blackboard </a:t>
            </a:r>
            <a:r>
              <a:rPr lang="ko-KR" altLang="en-US" dirty="0"/>
              <a:t>의 값 변화</a:t>
            </a:r>
            <a:r>
              <a:rPr lang="en-US" altLang="ko-KR" dirty="0"/>
              <a:t> </a:t>
            </a:r>
            <a:r>
              <a:rPr lang="ko-KR" altLang="en-US" dirty="0"/>
              <a:t>관찰 기능으로 </a:t>
            </a:r>
            <a:r>
              <a:rPr lang="ko-KR" altLang="en-US" dirty="0" err="1"/>
              <a:t>흐름제어가능하다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AIController</a:t>
            </a:r>
            <a:r>
              <a:rPr lang="ko-KR" altLang="en-US" dirty="0"/>
              <a:t>에서만 사용가능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UseBlackBoard</a:t>
            </a:r>
            <a:r>
              <a:rPr lang="en-US" altLang="ko-KR" dirty="0"/>
              <a:t>  </a:t>
            </a:r>
            <a:r>
              <a:rPr lang="ko-KR" altLang="en-US" dirty="0"/>
              <a:t>노드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Blackboard </a:t>
            </a:r>
            <a:r>
              <a:rPr lang="ko-KR" altLang="en-US" dirty="0"/>
              <a:t>지정하기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RunBehaviorTree</a:t>
            </a:r>
            <a:r>
              <a:rPr lang="en-US" altLang="ko-KR" dirty="0"/>
              <a:t> </a:t>
            </a:r>
            <a:r>
              <a:rPr lang="ko-KR" altLang="en-US" dirty="0"/>
              <a:t>노드 </a:t>
            </a:r>
            <a:r>
              <a:rPr lang="en-US" altLang="ko-KR" dirty="0"/>
              <a:t>: </a:t>
            </a:r>
            <a:r>
              <a:rPr lang="en-US" altLang="ko-KR" dirty="0" err="1"/>
              <a:t>BehaviorTree</a:t>
            </a:r>
            <a:r>
              <a:rPr lang="en-US" altLang="ko-KR" dirty="0"/>
              <a:t> </a:t>
            </a:r>
            <a:r>
              <a:rPr lang="ko-KR" altLang="en-US" dirty="0"/>
              <a:t>실행하기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259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283D0F2-392C-4ADE-803C-700FCBD20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547" y="1825625"/>
            <a:ext cx="5133975" cy="40290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97EF1F-B215-45A3-A740-81D71012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Blackboard </a:t>
            </a:r>
            <a:r>
              <a:rPr lang="ko-KR" altLang="en-US" dirty="0"/>
              <a:t>생성과 키</a:t>
            </a:r>
            <a:r>
              <a:rPr lang="en-US" altLang="ko-KR" dirty="0"/>
              <a:t>,</a:t>
            </a:r>
            <a:r>
              <a:rPr lang="ko-KR" altLang="en-US" dirty="0"/>
              <a:t>데이터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89A95-40B7-4B34-81F9-ADB8D706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1799" cy="4351338"/>
          </a:xfrm>
        </p:spPr>
        <p:txBody>
          <a:bodyPr/>
          <a:lstStyle/>
          <a:p>
            <a:r>
              <a:rPr lang="ko-KR" altLang="en-US" dirty="0"/>
              <a:t>오른쪽 버튼 </a:t>
            </a:r>
            <a:r>
              <a:rPr lang="en-US" altLang="ko-KR" dirty="0"/>
              <a:t>-&gt;</a:t>
            </a:r>
          </a:p>
          <a:p>
            <a:pPr marL="0" indent="0">
              <a:buNone/>
            </a:pPr>
            <a:r>
              <a:rPr lang="ko-KR" altLang="en-US" dirty="0"/>
              <a:t>고급 </a:t>
            </a:r>
            <a:r>
              <a:rPr lang="ko-KR" altLang="en-US" dirty="0" err="1"/>
              <a:t>애셋</a:t>
            </a:r>
            <a:r>
              <a:rPr lang="ko-KR" altLang="en-US" dirty="0"/>
              <a:t> 생성 </a:t>
            </a:r>
            <a:r>
              <a:rPr lang="en-US" altLang="ko-KR" dirty="0"/>
              <a:t>(</a:t>
            </a:r>
            <a:r>
              <a:rPr lang="ko-KR" altLang="en-US" dirty="0"/>
              <a:t>인공지능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-&gt; blackboard</a:t>
            </a:r>
          </a:p>
          <a:p>
            <a:endParaRPr lang="en-US" altLang="ko-KR" dirty="0"/>
          </a:p>
          <a:p>
            <a:r>
              <a:rPr lang="ko-KR" altLang="en-US" dirty="0"/>
              <a:t>키 추가 후에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이름과 타입설정 하여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사용할 정보를 설정한다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5F542C-75F0-4119-B2C1-8F8F5182536F}"/>
              </a:ext>
            </a:extLst>
          </p:cNvPr>
          <p:cNvSpPr/>
          <p:nvPr/>
        </p:nvSpPr>
        <p:spPr>
          <a:xfrm>
            <a:off x="6398003" y="3264167"/>
            <a:ext cx="704675" cy="63756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694A457-866A-48A4-A2F8-BCA59FFF874B}"/>
              </a:ext>
            </a:extLst>
          </p:cNvPr>
          <p:cNvSpPr/>
          <p:nvPr/>
        </p:nvSpPr>
        <p:spPr>
          <a:xfrm>
            <a:off x="9001387" y="3827728"/>
            <a:ext cx="2097248" cy="2251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CE7585-87DA-47DE-BD24-DF41F25DDF32}"/>
              </a:ext>
            </a:extLst>
          </p:cNvPr>
          <p:cNvSpPr/>
          <p:nvPr/>
        </p:nvSpPr>
        <p:spPr>
          <a:xfrm>
            <a:off x="9001387" y="4269803"/>
            <a:ext cx="2265027" cy="2854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804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C244943-FAD6-430D-9C5B-078D1D2DE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71985"/>
            <a:ext cx="10383402" cy="54860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8E5C72D-7947-46F0-8DFF-71094151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Blackboard </a:t>
            </a:r>
            <a:r>
              <a:rPr lang="ko-KR" altLang="en-US" dirty="0"/>
              <a:t>데이터 읽고 쓰기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7F5561-9844-4902-916B-3DCF24D4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623033" cy="716239"/>
          </a:xfrm>
        </p:spPr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</a:rPr>
              <a:t>AIContoller</a:t>
            </a:r>
            <a:r>
              <a:rPr lang="ko-KR" altLang="en-US" dirty="0">
                <a:solidFill>
                  <a:schemeClr val="bg1"/>
                </a:solidFill>
              </a:rPr>
              <a:t>에서 접근방법</a:t>
            </a:r>
          </a:p>
        </p:txBody>
      </p:sp>
    </p:spTree>
    <p:extLst>
      <p:ext uri="{BB962C8B-B14F-4D97-AF65-F5344CB8AC3E}">
        <p14:creationId xmlns:p14="http://schemas.microsoft.com/office/powerpoint/2010/main" val="3524301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37DAE44-BFAA-4289-B626-25B72E7D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665159"/>
            <a:ext cx="11658600" cy="40957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767985-EACB-45C7-B6D4-C420227F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Blackboard </a:t>
            </a:r>
            <a:r>
              <a:rPr lang="ko-KR" altLang="en-US" dirty="0"/>
              <a:t>데이터 읽고 쓰기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32CE7C-8288-491D-9E28-942692E85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32" y="1466723"/>
            <a:ext cx="7023334" cy="1325563"/>
          </a:xfrm>
        </p:spPr>
        <p:txBody>
          <a:bodyPr>
            <a:normAutofit fontScale="92500"/>
          </a:bodyPr>
          <a:lstStyle/>
          <a:p>
            <a:r>
              <a:rPr lang="en-US" altLang="ko-KR" dirty="0" err="1"/>
              <a:t>BehaviorTree</a:t>
            </a:r>
            <a:r>
              <a:rPr lang="en-US" altLang="ko-KR" dirty="0"/>
              <a:t> -</a:t>
            </a:r>
            <a:r>
              <a:rPr lang="ko-KR" altLang="en-US" dirty="0"/>
              <a:t> </a:t>
            </a:r>
            <a:r>
              <a:rPr lang="en-US" altLang="ko-KR" dirty="0"/>
              <a:t>Task</a:t>
            </a:r>
            <a:r>
              <a:rPr lang="ko-KR" altLang="en-US" dirty="0"/>
              <a:t>에서의 접근 방법 </a:t>
            </a:r>
            <a:r>
              <a:rPr lang="en-US" altLang="ko-KR" dirty="0"/>
              <a:t>, Key </a:t>
            </a:r>
            <a:r>
              <a:rPr lang="ko-KR" altLang="en-US" dirty="0"/>
              <a:t>를 변수로 두고 </a:t>
            </a:r>
            <a:r>
              <a:rPr lang="en-US" altLang="ko-KR" dirty="0" err="1"/>
              <a:t>BehaviorTree</a:t>
            </a:r>
            <a:r>
              <a:rPr lang="en-US" altLang="ko-KR" dirty="0"/>
              <a:t> </a:t>
            </a:r>
            <a:r>
              <a:rPr lang="ko-KR" altLang="en-US" dirty="0"/>
              <a:t>에디터에서 </a:t>
            </a:r>
            <a:r>
              <a:rPr lang="en-US" altLang="ko-KR" dirty="0" err="1"/>
              <a:t>TaskNode</a:t>
            </a:r>
            <a:r>
              <a:rPr lang="en-US" altLang="ko-KR" dirty="0"/>
              <a:t> </a:t>
            </a:r>
            <a:r>
              <a:rPr lang="ko-KR" altLang="en-US" dirty="0"/>
              <a:t>에서 실제 사용할 </a:t>
            </a:r>
            <a:r>
              <a:rPr lang="en-US" altLang="ko-KR" dirty="0"/>
              <a:t>Key</a:t>
            </a:r>
            <a:r>
              <a:rPr lang="ko-KR" altLang="en-US" dirty="0"/>
              <a:t>를 설정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C44C6D-A67E-4A80-B080-79C0F3D947C3}"/>
              </a:ext>
            </a:extLst>
          </p:cNvPr>
          <p:cNvSpPr/>
          <p:nvPr/>
        </p:nvSpPr>
        <p:spPr>
          <a:xfrm>
            <a:off x="166031" y="3749878"/>
            <a:ext cx="2006717" cy="419449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907439A-9979-424A-A09A-ADEE710041F6}"/>
              </a:ext>
            </a:extLst>
          </p:cNvPr>
          <p:cNvSpPr/>
          <p:nvPr/>
        </p:nvSpPr>
        <p:spPr>
          <a:xfrm>
            <a:off x="9555061" y="3061982"/>
            <a:ext cx="1342238" cy="26005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0ADFDCF-8517-4F4B-9A4C-59204BA43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40" y="1594454"/>
            <a:ext cx="436245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80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B9D174-A3EA-454A-B81E-5DCB41294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62" y="0"/>
            <a:ext cx="11528676" cy="6858000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DFBFD13E-0F1D-4741-BFF7-29C07C74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</a:rPr>
              <a:t>BehaviorTree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E0A260-26DD-4DFC-A5F9-1E41808BA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05586" cy="1325563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기본적으로 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위에서 아래로</a:t>
            </a: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</a:rPr>
              <a:t>왼쪽에서 오른쪽으로 실행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A808C-70DC-4B5B-8D7E-544890418B4C}"/>
              </a:ext>
            </a:extLst>
          </p:cNvPr>
          <p:cNvSpPr txBox="1"/>
          <p:nvPr/>
        </p:nvSpPr>
        <p:spPr>
          <a:xfrm>
            <a:off x="775684" y="5561793"/>
            <a:ext cx="2034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Task Node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565941-E275-4A83-BBDE-0C7F23614C80}"/>
              </a:ext>
            </a:extLst>
          </p:cNvPr>
          <p:cNvSpPr txBox="1"/>
          <p:nvPr/>
        </p:nvSpPr>
        <p:spPr>
          <a:xfrm>
            <a:off x="7924503" y="2722665"/>
            <a:ext cx="314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Composite Node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35F9F-01C1-4B4B-A33C-6942242CC0CB}"/>
              </a:ext>
            </a:extLst>
          </p:cNvPr>
          <p:cNvSpPr txBox="1"/>
          <p:nvPr/>
        </p:nvSpPr>
        <p:spPr>
          <a:xfrm>
            <a:off x="1240024" y="4078747"/>
            <a:ext cx="314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Composite Node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C26E8D-7A41-4EA7-B23E-84C286D2F03E}"/>
              </a:ext>
            </a:extLst>
          </p:cNvPr>
          <p:cNvSpPr txBox="1"/>
          <p:nvPr/>
        </p:nvSpPr>
        <p:spPr>
          <a:xfrm>
            <a:off x="5207868" y="1057061"/>
            <a:ext cx="314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Composite Node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710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202F4-FEB8-4EE9-B02B-E0960CC9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BehaviorTree</a:t>
            </a:r>
            <a:r>
              <a:rPr lang="en-US" altLang="ko-KR" dirty="0"/>
              <a:t> – Composite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71C102-BB62-4C7E-98A5-DFF3E9908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실행 흐름을 제어 하며 보통 다른 조건</a:t>
            </a:r>
            <a:r>
              <a:rPr lang="en-US" altLang="ko-KR" dirty="0"/>
              <a:t>(Decorator)</a:t>
            </a:r>
            <a:r>
              <a:rPr lang="ko-KR" altLang="en-US" dirty="0"/>
              <a:t>를 추가한다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Selector Composite</a:t>
            </a:r>
          </a:p>
          <a:p>
            <a:pPr marL="0" indent="0">
              <a:buNone/>
            </a:pPr>
            <a:r>
              <a:rPr lang="ko-KR" altLang="en-US" dirty="0"/>
              <a:t>자식 노드 왼쪽부터 실행하면서 실패 해야 다음 노드를 실행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자식 노드</a:t>
            </a:r>
            <a:r>
              <a:rPr lang="en-US" altLang="ko-KR" dirty="0"/>
              <a:t>(Task)</a:t>
            </a:r>
            <a:r>
              <a:rPr lang="ko-KR" altLang="en-US" dirty="0"/>
              <a:t>가 실패 하면 </a:t>
            </a:r>
            <a:r>
              <a:rPr lang="en-US" altLang="ko-KR" dirty="0"/>
              <a:t>Selector</a:t>
            </a:r>
            <a:r>
              <a:rPr lang="ko-KR" altLang="en-US" dirty="0"/>
              <a:t>도 실패로 간주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우선순위 작업을 왼쪽부터 </a:t>
            </a:r>
            <a:r>
              <a:rPr lang="ko-KR" altLang="en-US" dirty="0" err="1"/>
              <a:t>나열할때</a:t>
            </a:r>
            <a:r>
              <a:rPr lang="ko-KR" altLang="en-US" dirty="0"/>
              <a:t> 주로사용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Sequence Composite</a:t>
            </a:r>
          </a:p>
          <a:p>
            <a:pPr marL="0" indent="0">
              <a:buNone/>
            </a:pPr>
            <a:r>
              <a:rPr lang="ko-KR" altLang="en-US" dirty="0"/>
              <a:t>자식 노드 왼쪽 </a:t>
            </a:r>
            <a:r>
              <a:rPr lang="ko-KR" altLang="en-US" dirty="0" err="1"/>
              <a:t>부터</a:t>
            </a:r>
            <a:r>
              <a:rPr lang="ko-KR" altLang="en-US" dirty="0"/>
              <a:t> 실행하면서 성공 해야 다음 노드를 실행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보통 </a:t>
            </a:r>
            <a:r>
              <a:rPr lang="ko-KR" altLang="en-US" dirty="0" err="1"/>
              <a:t>자식노드로</a:t>
            </a:r>
            <a:r>
              <a:rPr lang="ko-KR" altLang="en-US" dirty="0"/>
              <a:t> 일련의 과정을 나열한다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75765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0D354-93D6-41A8-9C60-CB5B0786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BehaviorTree</a:t>
            </a:r>
            <a:r>
              <a:rPr lang="en-US" altLang="ko-KR" dirty="0"/>
              <a:t> – Decorator Node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AB79BC-E31D-4ADB-9258-A80D7C63B606}"/>
              </a:ext>
            </a:extLst>
          </p:cNvPr>
          <p:cNvSpPr txBox="1"/>
          <p:nvPr/>
        </p:nvSpPr>
        <p:spPr>
          <a:xfrm>
            <a:off x="3984770" y="3140237"/>
            <a:ext cx="78017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OnResultChange</a:t>
            </a:r>
            <a:r>
              <a:rPr lang="en-US" altLang="ko-KR" sz="2000" dirty="0"/>
              <a:t>	</a:t>
            </a:r>
            <a:r>
              <a:rPr lang="ko-KR" altLang="en-US" sz="2000" dirty="0"/>
              <a:t>결과가 </a:t>
            </a:r>
            <a:r>
              <a:rPr lang="ko-KR" altLang="en-US" sz="2000" dirty="0" err="1"/>
              <a:t>바뀔때</a:t>
            </a:r>
            <a:r>
              <a:rPr lang="ko-KR" altLang="en-US" sz="2000" dirty="0"/>
              <a:t> 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true,false</a:t>
            </a:r>
            <a:r>
              <a:rPr lang="ko-KR" altLang="en-US" sz="2000" dirty="0"/>
              <a:t>가 </a:t>
            </a:r>
            <a:r>
              <a:rPr lang="ko-KR" altLang="en-US" sz="2000" dirty="0" err="1"/>
              <a:t>바뀔때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 err="1"/>
              <a:t>OnValueChange</a:t>
            </a:r>
            <a:r>
              <a:rPr lang="en-US" altLang="ko-KR" sz="2000" dirty="0"/>
              <a:t>	</a:t>
            </a:r>
            <a:r>
              <a:rPr lang="ko-KR" altLang="en-US" sz="2000" dirty="0"/>
              <a:t>값이 </a:t>
            </a:r>
            <a:r>
              <a:rPr lang="ko-KR" altLang="en-US" sz="2000" dirty="0" err="1"/>
              <a:t>바뀔때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r>
              <a:rPr lang="en-US" altLang="ko-KR" dirty="0"/>
              <a:t>		</a:t>
            </a:r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B9375-F6ED-4442-AB7C-20FA3309CC29}"/>
              </a:ext>
            </a:extLst>
          </p:cNvPr>
          <p:cNvSpPr txBox="1"/>
          <p:nvPr/>
        </p:nvSpPr>
        <p:spPr>
          <a:xfrm>
            <a:off x="828411" y="3965895"/>
            <a:ext cx="240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Observer</a:t>
            </a:r>
            <a:r>
              <a:rPr lang="ko-KR" altLang="en-US" dirty="0"/>
              <a:t> </a:t>
            </a:r>
            <a:r>
              <a:rPr lang="en-US" altLang="ko-KR" dirty="0"/>
              <a:t>Aborts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중단 방법</a:t>
            </a:r>
            <a:r>
              <a:rPr lang="en-US" altLang="ko-KR" dirty="0"/>
              <a:t>)	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76C34-C4D1-4D0C-B536-AF4BCB8C6820}"/>
              </a:ext>
            </a:extLst>
          </p:cNvPr>
          <p:cNvSpPr txBox="1"/>
          <p:nvPr/>
        </p:nvSpPr>
        <p:spPr>
          <a:xfrm>
            <a:off x="3984771" y="3965895"/>
            <a:ext cx="7337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None			</a:t>
            </a:r>
            <a:r>
              <a:rPr lang="ko-KR" altLang="en-US" dirty="0" err="1"/>
              <a:t>중단없음</a:t>
            </a:r>
            <a:endParaRPr lang="en-US" altLang="ko-KR" dirty="0"/>
          </a:p>
          <a:p>
            <a:r>
              <a:rPr lang="en-US" altLang="ko-KR" dirty="0"/>
              <a:t>Self			</a:t>
            </a:r>
            <a:r>
              <a:rPr lang="ko-KR" altLang="en-US" dirty="0"/>
              <a:t>자신과 자신의 </a:t>
            </a:r>
            <a:r>
              <a:rPr lang="ko-KR" altLang="en-US" dirty="0" err="1"/>
              <a:t>서브트리</a:t>
            </a:r>
            <a:r>
              <a:rPr lang="ko-KR" altLang="en-US" dirty="0"/>
              <a:t> 노드 중단</a:t>
            </a:r>
            <a:endParaRPr lang="en-US" altLang="ko-KR" dirty="0"/>
          </a:p>
          <a:p>
            <a:r>
              <a:rPr lang="en-US" altLang="ko-KR" dirty="0" err="1"/>
              <a:t>LowPriority</a:t>
            </a:r>
            <a:r>
              <a:rPr lang="en-US" altLang="ko-KR" dirty="0"/>
              <a:t>		</a:t>
            </a:r>
            <a:r>
              <a:rPr lang="ko-KR" altLang="en-US" dirty="0"/>
              <a:t>자신의 오른쪽 노드 들 중단</a:t>
            </a:r>
            <a:endParaRPr lang="en-US" altLang="ko-KR" dirty="0"/>
          </a:p>
          <a:p>
            <a:r>
              <a:rPr lang="en-US" altLang="ko-KR" dirty="0"/>
              <a:t>Both	 		Self + </a:t>
            </a:r>
            <a:r>
              <a:rPr lang="en-US" altLang="ko-KR" dirty="0" err="1"/>
              <a:t>LowPiority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4DEFB-AE99-40AD-83D0-488EF1B0228B}"/>
              </a:ext>
            </a:extLst>
          </p:cNvPr>
          <p:cNvSpPr txBox="1"/>
          <p:nvPr/>
        </p:nvSpPr>
        <p:spPr>
          <a:xfrm>
            <a:off x="828411" y="2906737"/>
            <a:ext cx="2686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	</a:t>
            </a:r>
            <a:r>
              <a:rPr lang="en-US" altLang="ko-KR" sz="1800" dirty="0"/>
              <a:t> </a:t>
            </a:r>
            <a:r>
              <a:rPr lang="en-US" altLang="ko-KR" sz="1800" dirty="0" err="1"/>
              <a:t>NotifyObserver</a:t>
            </a:r>
            <a:endParaRPr lang="en-US" altLang="ko-KR" sz="1800" dirty="0"/>
          </a:p>
          <a:p>
            <a:r>
              <a:rPr lang="en-US" altLang="ko-KR" dirty="0"/>
              <a:t>(</a:t>
            </a:r>
            <a:r>
              <a:rPr lang="ko-KR" altLang="en-US" dirty="0"/>
              <a:t>언제 중단하고 재시작</a:t>
            </a:r>
            <a:r>
              <a:rPr lang="en-US" altLang="ko-KR" dirty="0"/>
              <a:t>)</a:t>
            </a:r>
            <a:r>
              <a:rPr lang="en-US" altLang="ko-KR" sz="1800" dirty="0"/>
              <a:t> </a:t>
            </a:r>
            <a:r>
              <a:rPr lang="en-US" altLang="ko-KR" dirty="0"/>
              <a:t>	</a:t>
            </a:r>
          </a:p>
          <a:p>
            <a:endParaRPr lang="en-US" altLang="ko-KR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5EDFDC1-C230-4F86-A165-1037F90BFF37}"/>
              </a:ext>
            </a:extLst>
          </p:cNvPr>
          <p:cNvSpPr txBox="1">
            <a:spLocks/>
          </p:cNvSpPr>
          <p:nvPr/>
        </p:nvSpPr>
        <p:spPr>
          <a:xfrm>
            <a:off x="584082" y="1516434"/>
            <a:ext cx="11420564" cy="156224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Composite</a:t>
            </a:r>
            <a:r>
              <a:rPr lang="ko-KR" altLang="en-US" dirty="0"/>
              <a:t> 이나 </a:t>
            </a:r>
            <a:r>
              <a:rPr lang="en-US" altLang="ko-KR" dirty="0"/>
              <a:t>Task</a:t>
            </a:r>
            <a:r>
              <a:rPr lang="ko-KR" altLang="en-US" dirty="0"/>
              <a:t>에서 조건문으로 사용된다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기본은 </a:t>
            </a:r>
            <a:r>
              <a:rPr lang="en-US" altLang="ko-KR" dirty="0" err="1"/>
              <a:t>BlackboardBasedCondition</a:t>
            </a:r>
            <a:r>
              <a:rPr lang="en-US" altLang="ko-KR" dirty="0"/>
              <a:t> </a:t>
            </a:r>
            <a:r>
              <a:rPr lang="ko-KR" altLang="en-US" dirty="0"/>
              <a:t>관찰자가 값의 </a:t>
            </a:r>
            <a:r>
              <a:rPr lang="ko-KR" altLang="en-US" dirty="0" err="1"/>
              <a:t>변화에따라</a:t>
            </a:r>
            <a:r>
              <a:rPr lang="ko-KR" altLang="en-US" dirty="0"/>
              <a:t> 흐름을 제어한다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AF63F-E30F-4A1A-92D4-94AD1FFC02A1}"/>
              </a:ext>
            </a:extLst>
          </p:cNvPr>
          <p:cNvSpPr txBox="1"/>
          <p:nvPr/>
        </p:nvSpPr>
        <p:spPr>
          <a:xfrm>
            <a:off x="859867" y="5227779"/>
            <a:ext cx="1988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Query	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AD138F-6806-449F-A603-72B81D6380D4}"/>
              </a:ext>
            </a:extLst>
          </p:cNvPr>
          <p:cNvSpPr txBox="1"/>
          <p:nvPr/>
        </p:nvSpPr>
        <p:spPr>
          <a:xfrm>
            <a:off x="4016227" y="5227779"/>
            <a:ext cx="7337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IsSet</a:t>
            </a:r>
            <a:r>
              <a:rPr lang="en-US" altLang="ko-KR" dirty="0"/>
              <a:t>			</a:t>
            </a:r>
            <a:r>
              <a:rPr lang="ko-KR" altLang="en-US" dirty="0"/>
              <a:t>값이 설정되는지</a:t>
            </a:r>
            <a:r>
              <a:rPr lang="en-US" altLang="ko-KR" dirty="0"/>
              <a:t>?    ( </a:t>
            </a:r>
            <a:r>
              <a:rPr lang="en-US" altLang="ko-KR" dirty="0" err="1"/>
              <a:t>CleanValue</a:t>
            </a:r>
            <a:r>
              <a:rPr lang="ko-KR" altLang="en-US" dirty="0" err="1"/>
              <a:t>아닌상태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IsNotSet</a:t>
            </a:r>
            <a:r>
              <a:rPr lang="en-US" altLang="ko-KR" dirty="0"/>
              <a:t>			</a:t>
            </a:r>
            <a:r>
              <a:rPr lang="ko-KR" altLang="en-US" dirty="0"/>
              <a:t>설정되지 않았는지</a:t>
            </a:r>
            <a:r>
              <a:rPr lang="en-US" altLang="ko-KR" dirty="0"/>
              <a:t>? ( </a:t>
            </a:r>
            <a:r>
              <a:rPr lang="en-US" altLang="ko-KR" dirty="0" err="1"/>
              <a:t>CleanValue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B2EE4-2AC5-4F95-872D-308C0F13E507}"/>
              </a:ext>
            </a:extLst>
          </p:cNvPr>
          <p:cNvSpPr txBox="1"/>
          <p:nvPr/>
        </p:nvSpPr>
        <p:spPr>
          <a:xfrm>
            <a:off x="828411" y="6053437"/>
            <a:ext cx="1988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BlackboardKey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14F15-48D2-4A5D-A1FD-E5964CDEEADE}"/>
              </a:ext>
            </a:extLst>
          </p:cNvPr>
          <p:cNvSpPr txBox="1"/>
          <p:nvPr/>
        </p:nvSpPr>
        <p:spPr>
          <a:xfrm>
            <a:off x="3984771" y="6053437"/>
            <a:ext cx="733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검사할 키  </a:t>
            </a:r>
            <a:r>
              <a:rPr lang="en-US" altLang="ko-KR" dirty="0"/>
              <a:t>(</a:t>
            </a:r>
            <a:r>
              <a:rPr lang="ko-KR" altLang="en-US" dirty="0"/>
              <a:t>정보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6531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0F74B-DF90-41AD-957E-93E96D0E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BehaviorTree</a:t>
            </a:r>
            <a:r>
              <a:rPr lang="en-US" altLang="ko-KR" dirty="0"/>
              <a:t> – Task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3B2B8-FD40-4780-AFC6-60BF18E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33" y="1791093"/>
            <a:ext cx="11491667" cy="2371725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AIController</a:t>
            </a:r>
            <a:r>
              <a:rPr lang="ko-KR" altLang="en-US" dirty="0"/>
              <a:t>나 </a:t>
            </a:r>
            <a:r>
              <a:rPr lang="en-US" altLang="ko-KR" dirty="0"/>
              <a:t>Pawn</a:t>
            </a:r>
            <a:r>
              <a:rPr lang="ko-KR" altLang="en-US" dirty="0"/>
              <a:t>에 대해서 함수를 호출하는 노드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BTTask_Blueprintbase</a:t>
            </a:r>
            <a:r>
              <a:rPr lang="en-US" altLang="ko-KR" dirty="0"/>
              <a:t> </a:t>
            </a:r>
            <a:r>
              <a:rPr lang="ko-KR" altLang="en-US" dirty="0"/>
              <a:t>클래스 상속으로 커스텀 </a:t>
            </a:r>
            <a:r>
              <a:rPr lang="en-US" altLang="ko-KR" dirty="0"/>
              <a:t>Task</a:t>
            </a:r>
            <a:r>
              <a:rPr lang="ko-KR" altLang="en-US" dirty="0"/>
              <a:t>를 만들면 </a:t>
            </a:r>
            <a:r>
              <a:rPr lang="en-US" altLang="ko-KR" dirty="0" err="1"/>
              <a:t>ReceiveExcuteAI</a:t>
            </a:r>
            <a:r>
              <a:rPr lang="en-US" altLang="ko-KR" dirty="0"/>
              <a:t> </a:t>
            </a:r>
            <a:r>
              <a:rPr lang="ko-KR" altLang="en-US" dirty="0"/>
              <a:t>이벤트를 </a:t>
            </a:r>
            <a:r>
              <a:rPr lang="en-US" altLang="ko-KR" dirty="0"/>
              <a:t>Override</a:t>
            </a:r>
            <a:r>
              <a:rPr lang="ko-KR" altLang="en-US" dirty="0"/>
              <a:t>해야 하며 끝은 </a:t>
            </a:r>
            <a:r>
              <a:rPr lang="en-US" altLang="ko-KR" dirty="0" err="1"/>
              <a:t>FinishExcute</a:t>
            </a:r>
            <a:r>
              <a:rPr lang="en-US" altLang="ko-KR" dirty="0"/>
              <a:t> </a:t>
            </a:r>
            <a:r>
              <a:rPr lang="ko-KR" altLang="en-US" dirty="0"/>
              <a:t>를 호출하여 </a:t>
            </a:r>
            <a:r>
              <a:rPr lang="en-US" altLang="ko-KR" dirty="0"/>
              <a:t>Task</a:t>
            </a:r>
            <a:r>
              <a:rPr lang="ko-KR" altLang="en-US" dirty="0"/>
              <a:t>가 성공</a:t>
            </a:r>
            <a:r>
              <a:rPr lang="en-US" altLang="ko-KR" dirty="0"/>
              <a:t>,</a:t>
            </a:r>
            <a:r>
              <a:rPr lang="ko-KR" altLang="en-US" dirty="0"/>
              <a:t>실패 인지 </a:t>
            </a:r>
            <a:r>
              <a:rPr lang="ko-KR" altLang="en-US" dirty="0" err="1"/>
              <a:t>알려야함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E9DF25-E3F5-4FF7-A6A0-A174B404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4046770"/>
            <a:ext cx="116586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89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4B83D9-987E-4391-A0CD-E9B28718F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4070" r="2151" b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A22DAD-0E10-410C-8C71-2CF4B96E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altLang="ko-KR" sz="5000" dirty="0" err="1"/>
              <a:t>EnvironmentQuerySystem</a:t>
            </a:r>
            <a:r>
              <a:rPr lang="en-US" altLang="ko-KR" sz="5000" dirty="0"/>
              <a:t> </a:t>
            </a:r>
            <a:r>
              <a:rPr lang="ko-KR" altLang="en-US" sz="5000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65B0B1-1790-451F-B7F4-1D4A54748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기능 활성화 필요 메인</a:t>
            </a:r>
            <a:r>
              <a:rPr lang="en-US" altLang="ko-KR" sz="2400" dirty="0"/>
              <a:t>UI-&gt;</a:t>
            </a:r>
            <a:r>
              <a:rPr lang="ko-KR" altLang="en-US" sz="2400" dirty="0"/>
              <a:t>편집</a:t>
            </a:r>
            <a:r>
              <a:rPr lang="en-US" altLang="ko-KR" sz="2400" dirty="0"/>
              <a:t>-&gt;</a:t>
            </a:r>
            <a:r>
              <a:rPr lang="ko-KR" altLang="en-US" sz="2400" dirty="0"/>
              <a:t>개인설정</a:t>
            </a:r>
            <a:r>
              <a:rPr lang="en-US" altLang="ko-KR" sz="2400" dirty="0"/>
              <a:t>-&gt;</a:t>
            </a:r>
            <a:r>
              <a:rPr lang="ko-KR" altLang="en-US" sz="2400" dirty="0"/>
              <a:t>일반</a:t>
            </a:r>
            <a:r>
              <a:rPr lang="en-US" altLang="ko-KR" sz="2400" dirty="0"/>
              <a:t>-</a:t>
            </a:r>
            <a:r>
              <a:rPr lang="ko-KR" altLang="en-US" sz="2400" dirty="0"/>
              <a:t>실험단계</a:t>
            </a:r>
            <a:r>
              <a:rPr lang="en-US" altLang="ko-KR" sz="2400" dirty="0"/>
              <a:t>-EQS</a:t>
            </a:r>
          </a:p>
          <a:p>
            <a:r>
              <a:rPr lang="ko-KR" altLang="en-US" sz="2400" dirty="0"/>
              <a:t>주변환경에 대한 질의 </a:t>
            </a:r>
            <a:r>
              <a:rPr lang="en-US" altLang="ko-KR" sz="2400" dirty="0"/>
              <a:t>– </a:t>
            </a:r>
            <a:r>
              <a:rPr lang="ko-KR" altLang="en-US" sz="2400" dirty="0"/>
              <a:t>가장 적합한 위치 </a:t>
            </a:r>
            <a:r>
              <a:rPr lang="en-US" altLang="ko-KR" sz="2400" dirty="0"/>
              <a:t>Or </a:t>
            </a:r>
            <a:r>
              <a:rPr lang="ko-KR" altLang="en-US" sz="2400" dirty="0" err="1"/>
              <a:t>액터</a:t>
            </a:r>
            <a:r>
              <a:rPr lang="ko-KR" altLang="en-US" sz="2400" dirty="0"/>
              <a:t> 찾기 </a:t>
            </a:r>
            <a:endParaRPr lang="en-US" altLang="ko-KR" sz="2400" dirty="0"/>
          </a:p>
          <a:p>
            <a:r>
              <a:rPr lang="ko-KR" altLang="en-US" sz="2400" dirty="0"/>
              <a:t>질의한 </a:t>
            </a:r>
            <a:r>
              <a:rPr lang="en-US" altLang="ko-KR" sz="2400" dirty="0"/>
              <a:t>AI</a:t>
            </a:r>
            <a:r>
              <a:rPr lang="ko-KR" altLang="en-US" sz="2400" dirty="0"/>
              <a:t>의 월드</a:t>
            </a:r>
            <a:r>
              <a:rPr lang="en-US" altLang="ko-KR" sz="2400" dirty="0"/>
              <a:t> </a:t>
            </a:r>
            <a:r>
              <a:rPr lang="ko-KR" altLang="en-US" sz="2400" dirty="0"/>
              <a:t>위치</a:t>
            </a:r>
            <a:r>
              <a:rPr lang="en-US" altLang="ko-KR" sz="2400" dirty="0"/>
              <a:t>,</a:t>
            </a:r>
            <a:r>
              <a:rPr lang="ko-KR" altLang="en-US" sz="2400" dirty="0"/>
              <a:t>방향 에서  시작됨</a:t>
            </a:r>
            <a:endParaRPr lang="en-US" altLang="ko-KR" sz="2400" dirty="0"/>
          </a:p>
          <a:p>
            <a:r>
              <a:rPr lang="ko-KR" altLang="en-US" sz="2400" dirty="0"/>
              <a:t>각 위치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액터</a:t>
            </a:r>
            <a:r>
              <a:rPr lang="en-US" altLang="ko-KR" sz="2400" dirty="0"/>
              <a:t>)</a:t>
            </a:r>
            <a:r>
              <a:rPr lang="ko-KR" altLang="en-US" sz="2400" dirty="0"/>
              <a:t>마다 </a:t>
            </a:r>
            <a:r>
              <a:rPr lang="en-US" altLang="ko-KR" sz="2400" dirty="0"/>
              <a:t>Test</a:t>
            </a:r>
            <a:r>
              <a:rPr lang="ko-KR" altLang="en-US" sz="2400" dirty="0"/>
              <a:t>하여 </a:t>
            </a:r>
            <a:r>
              <a:rPr lang="en-US" altLang="ko-KR" sz="2400" dirty="0"/>
              <a:t>Score </a:t>
            </a:r>
            <a:r>
              <a:rPr lang="ko-KR" altLang="en-US" sz="2400" dirty="0"/>
              <a:t>하여</a:t>
            </a:r>
            <a:r>
              <a:rPr lang="en-US" altLang="ko-KR" sz="2400" dirty="0"/>
              <a:t> </a:t>
            </a:r>
            <a:r>
              <a:rPr lang="ko-KR" altLang="en-US" sz="2400" dirty="0"/>
              <a:t>점수가 </a:t>
            </a:r>
            <a:r>
              <a:rPr lang="ko-KR" altLang="en-US" sz="2400" dirty="0" err="1"/>
              <a:t>높은것을</a:t>
            </a:r>
            <a:r>
              <a:rPr lang="ko-KR" altLang="en-US" sz="2400" dirty="0"/>
              <a:t> 선택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예</a:t>
            </a:r>
            <a:r>
              <a:rPr lang="en-US" altLang="ko-KR" sz="2400" dirty="0"/>
              <a:t>) </a:t>
            </a:r>
            <a:r>
              <a:rPr lang="ko-KR" altLang="en-US" sz="2400" dirty="0"/>
              <a:t>플레이어에게</a:t>
            </a:r>
            <a:r>
              <a:rPr lang="en-US" altLang="ko-KR" sz="2400" dirty="0"/>
              <a:t> </a:t>
            </a:r>
            <a:r>
              <a:rPr lang="ko-KR" altLang="en-US" sz="2400" dirty="0" err="1"/>
              <a:t>안보이는곳</a:t>
            </a:r>
            <a:r>
              <a:rPr lang="ko-KR" altLang="en-US" sz="2400" dirty="0"/>
              <a:t> </a:t>
            </a:r>
            <a:r>
              <a:rPr lang="en-US" altLang="ko-KR" sz="2400" dirty="0"/>
              <a:t>+2 </a:t>
            </a:r>
          </a:p>
          <a:p>
            <a:pPr marL="0" indent="0">
              <a:buNone/>
            </a:pPr>
            <a:r>
              <a:rPr lang="ko-KR" altLang="en-US" sz="2400" dirty="0"/>
              <a:t>예</a:t>
            </a:r>
            <a:r>
              <a:rPr lang="en-US" altLang="ko-KR" sz="2400" dirty="0"/>
              <a:t>) AI</a:t>
            </a:r>
            <a:r>
              <a:rPr lang="ko-KR" altLang="en-US" sz="2400" dirty="0"/>
              <a:t>현재 위치에서 가장 </a:t>
            </a:r>
            <a:r>
              <a:rPr lang="ko-KR" altLang="en-US" sz="2400" dirty="0" err="1"/>
              <a:t>가까운곳</a:t>
            </a:r>
            <a:r>
              <a:rPr lang="en-US" altLang="ko-KR" sz="2400" dirty="0"/>
              <a:t>(+1) 0.9,0.8…0.2,0.1</a:t>
            </a:r>
            <a:r>
              <a:rPr lang="ko-KR" altLang="en-US" sz="2400" dirty="0"/>
              <a:t> </a:t>
            </a:r>
            <a:r>
              <a:rPr lang="ko-KR" altLang="en-US" sz="2400" dirty="0" err="1"/>
              <a:t>먼곳</a:t>
            </a:r>
            <a:r>
              <a:rPr lang="en-US" altLang="ko-KR" sz="2400" dirty="0"/>
              <a:t>(+0)</a:t>
            </a:r>
          </a:p>
          <a:p>
            <a:pPr marL="0" indent="0">
              <a:buNone/>
            </a:pPr>
            <a:r>
              <a:rPr lang="ko-KR" altLang="en-US" sz="2400" dirty="0"/>
              <a:t>예</a:t>
            </a:r>
            <a:r>
              <a:rPr lang="en-US" altLang="ko-KR" sz="2400" dirty="0"/>
              <a:t>) </a:t>
            </a:r>
            <a:r>
              <a:rPr lang="ko-KR" altLang="en-US" sz="2400" dirty="0"/>
              <a:t>플레이어에서 가장 </a:t>
            </a:r>
            <a:r>
              <a:rPr lang="ko-KR" altLang="en-US" sz="2400" dirty="0" err="1"/>
              <a:t>가까운곳</a:t>
            </a:r>
            <a:r>
              <a:rPr lang="en-US" altLang="ko-KR" sz="2400" dirty="0"/>
              <a:t>(+0) 0.1,0.2 … 0.8,0.9 </a:t>
            </a:r>
            <a:r>
              <a:rPr lang="ko-KR" altLang="en-US" sz="2400" dirty="0" err="1"/>
              <a:t>먼곳</a:t>
            </a:r>
            <a:r>
              <a:rPr lang="en-US" altLang="ko-KR" sz="2400" dirty="0"/>
              <a:t>(+1)</a:t>
            </a:r>
          </a:p>
          <a:p>
            <a:r>
              <a:rPr lang="en-US" altLang="ko-KR" sz="2400" dirty="0" err="1"/>
              <a:t>BehaviorTree</a:t>
            </a:r>
            <a:r>
              <a:rPr lang="ko-KR" altLang="en-US" sz="2400" dirty="0"/>
              <a:t>에서 </a:t>
            </a:r>
            <a:r>
              <a:rPr lang="en-US" altLang="ko-KR" sz="2400" dirty="0"/>
              <a:t>EQS </a:t>
            </a:r>
            <a:r>
              <a:rPr lang="ko-KR" altLang="en-US" sz="2400" dirty="0"/>
              <a:t>질의 결과는 </a:t>
            </a:r>
            <a:r>
              <a:rPr lang="en-US" altLang="ko-KR" sz="2400" dirty="0"/>
              <a:t>Location or Actor </a:t>
            </a:r>
            <a:r>
              <a:rPr lang="ko-KR" altLang="en-US" sz="2400" dirty="0"/>
              <a:t>로 </a:t>
            </a:r>
            <a:r>
              <a:rPr lang="en-US" altLang="ko-KR" sz="2400" dirty="0"/>
              <a:t>Blackboard</a:t>
            </a:r>
            <a:r>
              <a:rPr lang="ko-KR" altLang="en-US" sz="2400" dirty="0"/>
              <a:t>에 갱신됨</a:t>
            </a:r>
            <a:r>
              <a:rPr lang="en-US" altLang="ko-KR" sz="2400" dirty="0"/>
              <a:t>.</a:t>
            </a:r>
          </a:p>
          <a:p>
            <a:endParaRPr lang="en-US" altLang="ko-KR" sz="1400" dirty="0"/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2516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1E0FBD8-B000-4058-910C-99307BFB38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89" r="17837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E2A27A6-416B-4D54-A6A5-95D7F946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EQS </a:t>
            </a:r>
            <a:r>
              <a:rPr lang="ko-KR" altLang="en-US" dirty="0" err="1"/>
              <a:t>어셋</a:t>
            </a:r>
            <a:r>
              <a:rPr lang="ko-KR" altLang="en-US" dirty="0"/>
              <a:t> 생성 및 호출하기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7D7CB1-780B-4398-AA37-BFCD1BBFA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900" dirty="0"/>
              <a:t>오른쪽 클릭</a:t>
            </a:r>
            <a:r>
              <a:rPr lang="en-US" altLang="ko-KR" sz="1900" dirty="0">
                <a:sym typeface="Wingdings" panose="05000000000000000000" pitchFamily="2" charset="2"/>
              </a:rPr>
              <a:t> </a:t>
            </a:r>
            <a:r>
              <a:rPr lang="ko-KR" altLang="en-US" sz="1900" dirty="0">
                <a:sym typeface="Wingdings" panose="05000000000000000000" pitchFamily="2" charset="2"/>
              </a:rPr>
              <a:t>인공지능 </a:t>
            </a:r>
            <a:r>
              <a:rPr lang="en-US" altLang="ko-KR" sz="1900" dirty="0">
                <a:sym typeface="Wingdings" panose="05000000000000000000" pitchFamily="2" charset="2"/>
              </a:rPr>
              <a:t>-&gt; </a:t>
            </a:r>
            <a:r>
              <a:rPr lang="en-US" altLang="ko-KR" sz="1900" dirty="0" err="1">
                <a:sym typeface="Wingdings" panose="05000000000000000000" pitchFamily="2" charset="2"/>
              </a:rPr>
              <a:t>EnvironmentQuery</a:t>
            </a:r>
            <a:r>
              <a:rPr lang="en-US" altLang="ko-KR" sz="1900" dirty="0">
                <a:sym typeface="Wingdings" panose="05000000000000000000" pitchFamily="2" charset="2"/>
              </a:rPr>
              <a:t> </a:t>
            </a:r>
            <a:r>
              <a:rPr lang="ko-KR" altLang="en-US" sz="1900" dirty="0">
                <a:sym typeface="Wingdings" panose="05000000000000000000" pitchFamily="2" charset="2"/>
              </a:rPr>
              <a:t>생성</a:t>
            </a:r>
            <a:endParaRPr lang="en-US" altLang="ko-KR" sz="1900" dirty="0">
              <a:sym typeface="Wingdings" panose="05000000000000000000" pitchFamily="2" charset="2"/>
            </a:endParaRPr>
          </a:p>
          <a:p>
            <a:r>
              <a:rPr lang="en-US" altLang="ko-KR" sz="1900" dirty="0" err="1">
                <a:sym typeface="Wingdings" panose="05000000000000000000" pitchFamily="2" charset="2"/>
              </a:rPr>
              <a:t>BehaviorTree</a:t>
            </a:r>
            <a:r>
              <a:rPr lang="ko-KR" altLang="en-US" sz="1900" dirty="0">
                <a:sym typeface="Wingdings" panose="05000000000000000000" pitchFamily="2" charset="2"/>
              </a:rPr>
              <a:t>에서 </a:t>
            </a:r>
            <a:r>
              <a:rPr lang="en-US" altLang="ko-KR" sz="1900" dirty="0">
                <a:sym typeface="Wingdings" panose="05000000000000000000" pitchFamily="2" charset="2"/>
              </a:rPr>
              <a:t>Task</a:t>
            </a:r>
            <a:r>
              <a:rPr lang="ko-KR" altLang="en-US" sz="1900" dirty="0">
                <a:sym typeface="Wingdings" panose="05000000000000000000" pitchFamily="2" charset="2"/>
              </a:rPr>
              <a:t>생성 </a:t>
            </a:r>
            <a:r>
              <a:rPr lang="en-US" altLang="ko-KR" sz="1900" dirty="0">
                <a:sym typeface="Wingdings" panose="05000000000000000000" pitchFamily="2" charset="2"/>
              </a:rPr>
              <a:t>– </a:t>
            </a:r>
            <a:r>
              <a:rPr lang="en-US" altLang="ko-KR" sz="1900" dirty="0" err="1">
                <a:sym typeface="Wingdings" panose="05000000000000000000" pitchFamily="2" charset="2"/>
              </a:rPr>
              <a:t>RunEQSQuery</a:t>
            </a:r>
            <a:endParaRPr lang="en-US" altLang="ko-KR" sz="1900" dirty="0">
              <a:sym typeface="Wingdings" panose="05000000000000000000" pitchFamily="2" charset="2"/>
            </a:endParaRPr>
          </a:p>
          <a:p>
            <a:r>
              <a:rPr lang="en-US" altLang="ko-KR" sz="1900" dirty="0" err="1">
                <a:sym typeface="Wingdings" panose="05000000000000000000" pitchFamily="2" charset="2"/>
              </a:rPr>
              <a:t>RunEQSQuery</a:t>
            </a:r>
            <a:r>
              <a:rPr lang="ko-KR" altLang="en-US" sz="1900" dirty="0">
                <a:sym typeface="Wingdings" panose="05000000000000000000" pitchFamily="2" charset="2"/>
              </a:rPr>
              <a:t> </a:t>
            </a:r>
            <a:r>
              <a:rPr lang="en-US" altLang="ko-KR" sz="1900" dirty="0">
                <a:sym typeface="Wingdings" panose="05000000000000000000" pitchFamily="2" charset="2"/>
              </a:rPr>
              <a:t>Task</a:t>
            </a:r>
            <a:r>
              <a:rPr lang="ko-KR" altLang="en-US" sz="1900" dirty="0">
                <a:sym typeface="Wingdings" panose="05000000000000000000" pitchFamily="2" charset="2"/>
              </a:rPr>
              <a:t>의 디테일에서</a:t>
            </a:r>
            <a:endParaRPr lang="en-US" altLang="ko-KR" sz="19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900" dirty="0">
                <a:sym typeface="Wingdings" panose="05000000000000000000" pitchFamily="2" charset="2"/>
              </a:rPr>
              <a:t>Blackboard – Blackboard Key -&gt; </a:t>
            </a:r>
            <a:r>
              <a:rPr lang="ko-K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결과를 저장할 키 지정 필수</a:t>
            </a:r>
            <a:endParaRPr lang="en-US" altLang="ko-KR" sz="19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900" dirty="0">
                <a:sym typeface="Wingdings" panose="05000000000000000000" pitchFamily="2" charset="2"/>
              </a:rPr>
              <a:t>EQS-</a:t>
            </a:r>
            <a:r>
              <a:rPr lang="en-US" altLang="ko-KR" sz="1900" dirty="0" err="1">
                <a:sym typeface="Wingdings" panose="05000000000000000000" pitchFamily="2" charset="2"/>
              </a:rPr>
              <a:t>EQSRequest</a:t>
            </a:r>
            <a:r>
              <a:rPr lang="en-US" altLang="ko-KR" sz="1900" dirty="0">
                <a:sym typeface="Wingdings" panose="05000000000000000000" pitchFamily="2" charset="2"/>
              </a:rPr>
              <a:t>-</a:t>
            </a:r>
            <a:r>
              <a:rPr lang="en-US" altLang="ko-KR" sz="1900" dirty="0" err="1">
                <a:sym typeface="Wingdings" panose="05000000000000000000" pitchFamily="2" charset="2"/>
              </a:rPr>
              <a:t>QueryTemplate</a:t>
            </a:r>
            <a:r>
              <a:rPr lang="en-US" altLang="ko-KR" sz="1900" dirty="0">
                <a:sym typeface="Wingdings" panose="05000000000000000000" pitchFamily="2" charset="2"/>
              </a:rPr>
              <a:t> -&gt; </a:t>
            </a:r>
            <a:r>
              <a:rPr lang="ko-K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실행할</a:t>
            </a:r>
            <a:r>
              <a:rPr lang="en-US" altLang="ko-KR" sz="1900" dirty="0">
                <a:solidFill>
                  <a:srgbClr val="FF0000"/>
                </a:solidFill>
                <a:sym typeface="Wingdings" panose="05000000000000000000" pitchFamily="2" charset="2"/>
              </a:rPr>
              <a:t>EQS Asset</a:t>
            </a:r>
            <a:r>
              <a:rPr lang="ko-K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지정 필수</a:t>
            </a:r>
            <a:endParaRPr lang="en-US" altLang="ko-KR" sz="19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900" dirty="0">
                <a:sym typeface="Wingdings" panose="05000000000000000000" pitchFamily="2" charset="2"/>
              </a:rPr>
              <a:t>EQS-</a:t>
            </a:r>
            <a:r>
              <a:rPr lang="en-US" altLang="ko-KR" sz="1900" dirty="0" err="1">
                <a:sym typeface="Wingdings" panose="05000000000000000000" pitchFamily="2" charset="2"/>
              </a:rPr>
              <a:t>EQSRequest</a:t>
            </a:r>
            <a:r>
              <a:rPr lang="en-US" altLang="ko-KR" sz="1900" dirty="0">
                <a:sym typeface="Wingdings" panose="05000000000000000000" pitchFamily="2" charset="2"/>
              </a:rPr>
              <a:t>-</a:t>
            </a:r>
            <a:r>
              <a:rPr lang="en-US" altLang="ko-KR" sz="1900" dirty="0" err="1">
                <a:sym typeface="Wingdings" panose="05000000000000000000" pitchFamily="2" charset="2"/>
              </a:rPr>
              <a:t>RunMode</a:t>
            </a:r>
            <a:r>
              <a:rPr lang="en-US" altLang="ko-KR" sz="1900" dirty="0">
                <a:sym typeface="Wingdings" panose="05000000000000000000" pitchFamily="2" charset="2"/>
              </a:rPr>
              <a:t> -&gt; </a:t>
            </a:r>
            <a:r>
              <a:rPr lang="ko-KR" altLang="en-US" sz="1900" dirty="0">
                <a:sym typeface="Wingdings" panose="05000000000000000000" pitchFamily="2" charset="2"/>
              </a:rPr>
              <a:t>결과 중 랜덤 여부 </a:t>
            </a:r>
            <a:endParaRPr lang="en-US" altLang="ko-KR" sz="19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900" dirty="0">
                <a:sym typeface="Wingdings" panose="05000000000000000000" pitchFamily="2" charset="2"/>
              </a:rPr>
              <a:t>EQS-</a:t>
            </a:r>
            <a:r>
              <a:rPr lang="en-US" altLang="ko-KR" sz="1900" dirty="0" err="1">
                <a:sym typeface="Wingdings" panose="05000000000000000000" pitchFamily="2" charset="2"/>
              </a:rPr>
              <a:t>EQSRequest</a:t>
            </a:r>
            <a:r>
              <a:rPr lang="en-US" altLang="ko-KR" sz="1900" dirty="0">
                <a:sym typeface="Wingdings" panose="05000000000000000000" pitchFamily="2" charset="2"/>
              </a:rPr>
              <a:t>-</a:t>
            </a:r>
            <a:r>
              <a:rPr lang="en-US" altLang="ko-KR" sz="1900" dirty="0" err="1">
                <a:sym typeface="Wingdings" panose="05000000000000000000" pitchFamily="2" charset="2"/>
              </a:rPr>
              <a:t>QueryConfig</a:t>
            </a:r>
            <a:r>
              <a:rPr lang="en-US" altLang="ko-KR" sz="1900" dirty="0">
                <a:sym typeface="Wingdings" panose="05000000000000000000" pitchFamily="2" charset="2"/>
              </a:rPr>
              <a:t> -&gt; EQS</a:t>
            </a:r>
            <a:r>
              <a:rPr lang="ko-KR" altLang="en-US" sz="1900" dirty="0">
                <a:sym typeface="Wingdings" panose="05000000000000000000" pitchFamily="2" charset="2"/>
              </a:rPr>
              <a:t>에 전달할 </a:t>
            </a:r>
            <a:r>
              <a:rPr lang="en-US" altLang="ko-KR" sz="1900" dirty="0">
                <a:sym typeface="Wingdings" panose="05000000000000000000" pitchFamily="2" charset="2"/>
              </a:rPr>
              <a:t>Data</a:t>
            </a:r>
          </a:p>
          <a:p>
            <a:r>
              <a:rPr lang="en-US" altLang="ko-KR" sz="1900" dirty="0"/>
              <a:t>DEPRECATED</a:t>
            </a:r>
            <a:r>
              <a:rPr lang="ko-KR" altLang="en-US" sz="1900" dirty="0"/>
              <a:t>는 무시 </a:t>
            </a:r>
            <a:r>
              <a:rPr lang="en-US" altLang="ko-KR" sz="1900" dirty="0"/>
              <a:t>, </a:t>
            </a:r>
            <a:r>
              <a:rPr lang="ko-KR" altLang="en-US" sz="1900" dirty="0" err="1"/>
              <a:t>사용안함</a:t>
            </a:r>
            <a:endParaRPr lang="ko-KR" altLang="en-US" sz="1900" dirty="0"/>
          </a:p>
        </p:txBody>
      </p:sp>
    </p:spTree>
    <p:extLst>
      <p:ext uri="{BB962C8B-B14F-4D97-AF65-F5344CB8AC3E}">
        <p14:creationId xmlns:p14="http://schemas.microsoft.com/office/powerpoint/2010/main" val="1527522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BFBB4-BD38-4B61-9374-B2BDDB6B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EQS Generator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C55B11-2052-4EE8-BB24-7D24F5DBA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Points: Circle , Cone, Donut , Grid …</a:t>
            </a:r>
          </a:p>
          <a:p>
            <a:pPr marL="0" indent="0">
              <a:buNone/>
            </a:pPr>
            <a:r>
              <a:rPr lang="ko-KR" altLang="en-US" dirty="0"/>
              <a:t>도형 형태의 영역에서 최적의 위치 찾기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ActorOfClass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ko-KR" altLang="en-US" dirty="0"/>
              <a:t>원의 반지름 형태의 최적의 </a:t>
            </a:r>
            <a:r>
              <a:rPr lang="en-US" altLang="ko-KR" dirty="0"/>
              <a:t>Actor </a:t>
            </a:r>
            <a:r>
              <a:rPr lang="ko-KR" altLang="en-US" dirty="0"/>
              <a:t>찾기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99F1EB-0360-4DC7-9118-D30B1FEA1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921" y="1690688"/>
            <a:ext cx="3400879" cy="489585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005410C-A296-4441-A55C-84F950BA7A05}"/>
              </a:ext>
            </a:extLst>
          </p:cNvPr>
          <p:cNvCxnSpPr>
            <a:cxnSpLocks/>
          </p:cNvCxnSpPr>
          <p:nvPr/>
        </p:nvCxnSpPr>
        <p:spPr>
          <a:xfrm>
            <a:off x="3511826" y="1325217"/>
            <a:ext cx="4731026" cy="2676077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75C8AE6-B4E4-45A7-B7D7-CE43101D0E08}"/>
              </a:ext>
            </a:extLst>
          </p:cNvPr>
          <p:cNvSpPr/>
          <p:nvPr/>
        </p:nvSpPr>
        <p:spPr>
          <a:xfrm>
            <a:off x="8131016" y="4001294"/>
            <a:ext cx="3044688" cy="66433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878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202FB-9AF9-44AE-A6BF-D40BF3C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EQS  Test </a:t>
            </a:r>
            <a:r>
              <a:rPr lang="ko-KR" altLang="en-US" dirty="0"/>
              <a:t>와 </a:t>
            </a:r>
            <a:r>
              <a:rPr lang="en-US" altLang="ko-KR" dirty="0"/>
              <a:t>Context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D26B54-1ED2-413B-993F-74DC49C67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32766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Generator</a:t>
            </a:r>
            <a:r>
              <a:rPr lang="ko-KR" altLang="en-US" dirty="0"/>
              <a:t>노드는 </a:t>
            </a:r>
            <a:r>
              <a:rPr lang="en-US" altLang="ko-KR" dirty="0"/>
              <a:t>Test</a:t>
            </a:r>
            <a:r>
              <a:rPr lang="ko-KR" altLang="en-US" dirty="0"/>
              <a:t>를 추가하여 각 요소</a:t>
            </a:r>
            <a:r>
              <a:rPr lang="en-US" altLang="ko-KR" dirty="0"/>
              <a:t>(</a:t>
            </a:r>
            <a:r>
              <a:rPr lang="ko-KR" altLang="en-US" dirty="0"/>
              <a:t>위치</a:t>
            </a:r>
            <a:r>
              <a:rPr lang="en-US" altLang="ko-KR" dirty="0"/>
              <a:t>or</a:t>
            </a:r>
            <a:r>
              <a:rPr lang="ko-KR" altLang="en-US" dirty="0" err="1"/>
              <a:t>액터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Score </a:t>
            </a:r>
            <a:r>
              <a:rPr lang="ko-KR" altLang="en-US" dirty="0" err="1"/>
              <a:t>되도록한다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Context</a:t>
            </a:r>
            <a:r>
              <a:rPr lang="ko-KR" altLang="en-US" dirty="0"/>
              <a:t>는 </a:t>
            </a:r>
            <a:r>
              <a:rPr lang="en-US" altLang="ko-KR" dirty="0"/>
              <a:t>Test</a:t>
            </a:r>
            <a:r>
              <a:rPr lang="ko-KR" altLang="en-US" dirty="0"/>
              <a:t>를 </a:t>
            </a:r>
            <a:r>
              <a:rPr lang="ko-KR" altLang="en-US" dirty="0" err="1"/>
              <a:t>실행할때</a:t>
            </a:r>
            <a:r>
              <a:rPr lang="ko-KR" altLang="en-US" dirty="0"/>
              <a:t> 어떤 기준으로 실행할지 결정한다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Context</a:t>
            </a:r>
            <a:r>
              <a:rPr lang="ko-KR" altLang="en-US" dirty="0"/>
              <a:t>는 </a:t>
            </a:r>
            <a:r>
              <a:rPr lang="en-US" altLang="ko-KR" dirty="0" err="1"/>
              <a:t>EnvQueryContext_BlueprintBase</a:t>
            </a:r>
            <a:r>
              <a:rPr lang="ko-KR" altLang="en-US" dirty="0"/>
              <a:t>를 부모클래스로 하여 </a:t>
            </a:r>
            <a:r>
              <a:rPr lang="en-US" altLang="ko-KR" dirty="0"/>
              <a:t>BP</a:t>
            </a:r>
            <a:r>
              <a:rPr lang="ko-KR" altLang="en-US" dirty="0"/>
              <a:t>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71C769-753C-439C-87D9-CBCD4FC7C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6" y="4235450"/>
            <a:ext cx="3984049" cy="19878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B4D807-4F43-4D20-B0E0-15CA68AECB8E}"/>
              </a:ext>
            </a:extLst>
          </p:cNvPr>
          <p:cNvSpPr txBox="1"/>
          <p:nvPr/>
        </p:nvSpPr>
        <p:spPr>
          <a:xfrm>
            <a:off x="551543" y="3541486"/>
            <a:ext cx="410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EQC_Player</a:t>
            </a:r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C20C4-6980-4179-8B7E-7FDAD24E0BBA}"/>
              </a:ext>
            </a:extLst>
          </p:cNvPr>
          <p:cNvSpPr txBox="1"/>
          <p:nvPr/>
        </p:nvSpPr>
        <p:spPr>
          <a:xfrm>
            <a:off x="4327176" y="3541486"/>
            <a:ext cx="2828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EQS_ContextPlayer</a:t>
            </a:r>
            <a:endParaRPr lang="en-US" altLang="ko-KR" sz="2400" dirty="0"/>
          </a:p>
          <a:p>
            <a:endParaRPr lang="ko-KR" altLang="en-US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6C607F-1F69-42BD-82F9-A4C163DA7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206" y="4235450"/>
            <a:ext cx="4199856" cy="16300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3C713F3-7B83-4724-878F-D58F2C1F3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011" y="2958392"/>
            <a:ext cx="3400879" cy="3899607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9D3913B-3A54-4C6F-9768-60871ED02F5A}"/>
              </a:ext>
            </a:extLst>
          </p:cNvPr>
          <p:cNvCxnSpPr>
            <a:cxnSpLocks/>
          </p:cNvCxnSpPr>
          <p:nvPr/>
        </p:nvCxnSpPr>
        <p:spPr>
          <a:xfrm>
            <a:off x="3034748" y="1327431"/>
            <a:ext cx="5988174" cy="4042855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9B6BB29-F822-4912-B411-7FAD5EC05C74}"/>
              </a:ext>
            </a:extLst>
          </p:cNvPr>
          <p:cNvSpPr/>
          <p:nvPr/>
        </p:nvSpPr>
        <p:spPr>
          <a:xfrm>
            <a:off x="8897257" y="5370286"/>
            <a:ext cx="3068993" cy="126532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49AB64C-0FD2-451F-8FA6-9AECE1DB8DCC}"/>
              </a:ext>
            </a:extLst>
          </p:cNvPr>
          <p:cNvCxnSpPr>
            <a:cxnSpLocks/>
          </p:cNvCxnSpPr>
          <p:nvPr/>
        </p:nvCxnSpPr>
        <p:spPr>
          <a:xfrm>
            <a:off x="5862642" y="1327431"/>
            <a:ext cx="4267170" cy="4538100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3C55DFA-3C58-46E5-9648-956667B94BA9}"/>
              </a:ext>
            </a:extLst>
          </p:cNvPr>
          <p:cNvSpPr/>
          <p:nvPr/>
        </p:nvSpPr>
        <p:spPr>
          <a:xfrm>
            <a:off x="10133386" y="5746939"/>
            <a:ext cx="1016219" cy="469246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AA9A6-019B-4407-811A-6660CE576E5D}"/>
              </a:ext>
            </a:extLst>
          </p:cNvPr>
          <p:cNvSpPr txBox="1"/>
          <p:nvPr/>
        </p:nvSpPr>
        <p:spPr>
          <a:xfrm>
            <a:off x="9157252" y="3764431"/>
            <a:ext cx="2635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EQS_</a:t>
            </a:r>
            <a:r>
              <a:rPr lang="ko-KR" altLang="en-US" sz="2400" dirty="0" err="1">
                <a:solidFill>
                  <a:schemeClr val="bg1">
                    <a:lumMod val="95000"/>
                  </a:schemeClr>
                </a:solidFill>
              </a:rPr>
              <a:t>숨을곳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</a:rPr>
              <a:t> 찾기</a:t>
            </a:r>
          </a:p>
        </p:txBody>
      </p:sp>
    </p:spTree>
    <p:extLst>
      <p:ext uri="{BB962C8B-B14F-4D97-AF65-F5344CB8AC3E}">
        <p14:creationId xmlns:p14="http://schemas.microsoft.com/office/powerpoint/2010/main" val="1547988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B962A-67A5-4F32-B8B7-5B2DDB8C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EQS Test - Trace</a:t>
            </a:r>
            <a:endParaRPr lang="ko-KR" altLang="en-US" dirty="0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57353EA3-4ABB-45A6-B817-B5B82F9CD6C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C3EFE3-BC26-49E5-A780-B3CFA4C39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dirty="0"/>
              <a:t>대표적으로 </a:t>
            </a:r>
            <a:r>
              <a:rPr lang="ko-KR" altLang="en-US" dirty="0" err="1"/>
              <a:t>가시성를</a:t>
            </a:r>
            <a:r>
              <a:rPr lang="en-US" altLang="ko-KR" dirty="0"/>
              <a:t> </a:t>
            </a:r>
            <a:r>
              <a:rPr lang="ko-KR" altLang="en-US" dirty="0"/>
              <a:t>하는데 사용된다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혹은 </a:t>
            </a:r>
            <a:r>
              <a:rPr lang="en-US" altLang="ko-KR" dirty="0"/>
              <a:t>Player </a:t>
            </a:r>
            <a:r>
              <a:rPr lang="ko-KR" altLang="en-US" dirty="0"/>
              <a:t>기준 위치에서 </a:t>
            </a:r>
            <a:r>
              <a:rPr lang="en-US" altLang="ko-KR" dirty="0" err="1"/>
              <a:t>LineTrace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검사를 하여 시야에 가리는 위치인지 </a:t>
            </a:r>
            <a:r>
              <a:rPr lang="en-US" altLang="ko-KR" dirty="0"/>
              <a:t>(</a:t>
            </a:r>
            <a:r>
              <a:rPr lang="en-US" altLang="ko-KR" dirty="0" err="1"/>
              <a:t>BlockingHits</a:t>
            </a:r>
            <a:r>
              <a:rPr lang="en-US" altLang="ko-KR" dirty="0"/>
              <a:t>)</a:t>
            </a:r>
            <a:r>
              <a:rPr lang="ko-KR" altLang="en-US" dirty="0"/>
              <a:t> 검사한다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 err="1"/>
              <a:t>어떤기준에서</a:t>
            </a:r>
            <a:r>
              <a:rPr lang="ko-KR" altLang="en-US" dirty="0"/>
              <a:t> 검사할지는 </a:t>
            </a:r>
            <a:r>
              <a:rPr lang="en-US" altLang="ko-KR" dirty="0"/>
              <a:t>Context </a:t>
            </a:r>
            <a:r>
              <a:rPr lang="ko-KR" altLang="en-US" dirty="0" err="1"/>
              <a:t>어셋을</a:t>
            </a:r>
            <a:r>
              <a:rPr lang="ko-KR" altLang="en-US" dirty="0"/>
              <a:t> 만들어 지정한다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385A4C-E13E-4EE3-B566-4FD790FCF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410" y="0"/>
            <a:ext cx="710159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B00548-3CBD-42E2-931E-C1D95FB1C50A}"/>
              </a:ext>
            </a:extLst>
          </p:cNvPr>
          <p:cNvSpPr txBox="1"/>
          <p:nvPr/>
        </p:nvSpPr>
        <p:spPr>
          <a:xfrm>
            <a:off x="5663305" y="1257300"/>
            <a:ext cx="2566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EQS_</a:t>
            </a:r>
            <a:r>
              <a:rPr lang="ko-KR" altLang="en-US" sz="2400" dirty="0" err="1">
                <a:solidFill>
                  <a:schemeClr val="bg1">
                    <a:lumMod val="95000"/>
                  </a:schemeClr>
                </a:solidFill>
              </a:rPr>
              <a:t>숨을곳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</a:rPr>
              <a:t> 찾기</a:t>
            </a:r>
          </a:p>
          <a:p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035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C8D36-BBB4-4D00-93F4-EB4F2DD5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EQS Test - Distance</a:t>
            </a:r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D4696484-4B78-43E7-9FBF-6CA6D583EA1A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D7A7D47-7833-4732-96C6-6DE170D3D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Context</a:t>
            </a:r>
            <a:r>
              <a:rPr lang="ko-KR" altLang="en-US" dirty="0"/>
              <a:t>로 지정한 </a:t>
            </a:r>
            <a:r>
              <a:rPr lang="en-US" altLang="ko-KR" dirty="0"/>
              <a:t>AI </a:t>
            </a:r>
            <a:r>
              <a:rPr lang="ko-KR" altLang="en-US" dirty="0"/>
              <a:t>나 </a:t>
            </a:r>
            <a:r>
              <a:rPr lang="en-US" altLang="ko-KR" dirty="0"/>
              <a:t>Player</a:t>
            </a:r>
            <a:r>
              <a:rPr lang="ko-KR" altLang="en-US" dirty="0"/>
              <a:t>에서 얼마나 </a:t>
            </a:r>
            <a:r>
              <a:rPr lang="ko-KR" altLang="en-US" dirty="0" err="1"/>
              <a:t>떨어진곳인지</a:t>
            </a:r>
            <a:r>
              <a:rPr lang="ko-KR" altLang="en-US" dirty="0"/>
              <a:t> 테스트한다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가까운 곳이 </a:t>
            </a:r>
            <a:r>
              <a:rPr lang="en-US" altLang="ko-KR" dirty="0"/>
              <a:t>Score</a:t>
            </a:r>
            <a:r>
              <a:rPr lang="ko-KR" altLang="en-US" dirty="0"/>
              <a:t>가 </a:t>
            </a:r>
            <a:r>
              <a:rPr lang="ko-KR" altLang="en-US" dirty="0" err="1"/>
              <a:t>높으려면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Scoring </a:t>
            </a:r>
            <a:r>
              <a:rPr lang="en-US" altLang="ko-KR" dirty="0" err="1"/>
              <a:t>Equatation</a:t>
            </a:r>
            <a:r>
              <a:rPr lang="ko-KR" altLang="en-US" dirty="0"/>
              <a:t>을 </a:t>
            </a:r>
            <a:r>
              <a:rPr lang="en-US" altLang="ko-KR" dirty="0" err="1"/>
              <a:t>ReverLinear</a:t>
            </a:r>
            <a:r>
              <a:rPr lang="ko-KR" altLang="en-US" dirty="0"/>
              <a:t>로 설정한다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D3BBEAF-885D-432F-8F43-34659E764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7836"/>
            <a:ext cx="7419975" cy="6692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E779CD-A6A7-4762-A250-936C5AA9F93A}"/>
              </a:ext>
            </a:extLst>
          </p:cNvPr>
          <p:cNvSpPr txBox="1"/>
          <p:nvPr/>
        </p:nvSpPr>
        <p:spPr>
          <a:xfrm>
            <a:off x="5624168" y="1392343"/>
            <a:ext cx="26186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EQS_</a:t>
            </a:r>
            <a:r>
              <a:rPr lang="ko-KR" altLang="en-US" sz="2400" dirty="0" err="1">
                <a:solidFill>
                  <a:schemeClr val="bg1">
                    <a:lumMod val="95000"/>
                  </a:schemeClr>
                </a:solidFill>
              </a:rPr>
              <a:t>숨을곳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</a:rPr>
              <a:t> 찾기</a:t>
            </a:r>
          </a:p>
          <a:p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17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6DBF99-3D9D-4C98-821B-BB913F3CF6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024" b="9091"/>
          <a:stretch/>
        </p:blipFill>
        <p:spPr>
          <a:xfrm>
            <a:off x="3710609" y="0"/>
            <a:ext cx="846277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64E5C8A-8FD8-4E23-AC4D-A6DA0B15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5208071" cy="1124712"/>
          </a:xfrm>
        </p:spPr>
        <p:txBody>
          <a:bodyPr anchor="b">
            <a:normAutofit/>
          </a:bodyPr>
          <a:lstStyle/>
          <a:p>
            <a:r>
              <a:rPr lang="en-US" altLang="ko-KR" sz="2800" dirty="0"/>
              <a:t>EQS</a:t>
            </a:r>
            <a:r>
              <a:rPr lang="ko-KR" altLang="en-US" sz="2800" dirty="0"/>
              <a:t> </a:t>
            </a:r>
            <a:r>
              <a:rPr lang="en-US" altLang="ko-KR" sz="2800" dirty="0"/>
              <a:t>–</a:t>
            </a:r>
            <a:r>
              <a:rPr lang="ko-KR" altLang="en-US" sz="2800" dirty="0"/>
              <a:t> </a:t>
            </a:r>
            <a:r>
              <a:rPr lang="en-US" altLang="ko-KR" sz="2800" dirty="0"/>
              <a:t>Editor Preview</a:t>
            </a:r>
            <a:r>
              <a:rPr lang="ko-KR" altLang="en-US" sz="2800" dirty="0"/>
              <a:t>와 </a:t>
            </a:r>
            <a:r>
              <a:rPr lang="en-US" altLang="ko-KR" sz="2800" dirty="0"/>
              <a:t>Runtime Debug</a:t>
            </a:r>
            <a:endParaRPr lang="ko-KR" altLang="en-US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2FFEE-73C6-4842-A5FB-7C3ADD95A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2" y="2718054"/>
            <a:ext cx="6479651" cy="3490288"/>
          </a:xfrm>
        </p:spPr>
        <p:txBody>
          <a:bodyPr anchor="t">
            <a:normAutofit/>
          </a:bodyPr>
          <a:lstStyle/>
          <a:p>
            <a:r>
              <a:rPr lang="en-US" altLang="ko-KR" sz="2400" dirty="0" err="1"/>
              <a:t>EQSTestingPawn</a:t>
            </a:r>
            <a:r>
              <a:rPr lang="en-US" altLang="ko-KR" sz="2400" dirty="0"/>
              <a:t> </a:t>
            </a:r>
            <a:r>
              <a:rPr lang="ko-KR" altLang="en-US" sz="2400" dirty="0"/>
              <a:t>을 상속받은 </a:t>
            </a:r>
            <a:r>
              <a:rPr lang="en-US" altLang="ko-KR" sz="2400" dirty="0"/>
              <a:t>BP</a:t>
            </a:r>
            <a:r>
              <a:rPr lang="ko-KR" altLang="en-US" sz="2400" dirty="0"/>
              <a:t>를 만들고 </a:t>
            </a:r>
            <a:r>
              <a:rPr lang="en-US" altLang="ko-KR" sz="2400" dirty="0"/>
              <a:t>Preview</a:t>
            </a:r>
            <a:r>
              <a:rPr lang="ko-KR" altLang="en-US" sz="2400" dirty="0"/>
              <a:t>할 </a:t>
            </a:r>
            <a:r>
              <a:rPr lang="en-US" altLang="ko-KR" sz="2400" dirty="0" err="1"/>
              <a:t>QueryTemplate</a:t>
            </a:r>
            <a:r>
              <a:rPr lang="ko-KR" altLang="en-US" sz="2400" dirty="0"/>
              <a:t>을 설정하고 배치하면  배치 기준으로 에디터에서 각 위치의 형태와 </a:t>
            </a:r>
            <a:r>
              <a:rPr lang="en-US" altLang="ko-KR" sz="2400" dirty="0"/>
              <a:t>Score</a:t>
            </a:r>
            <a:r>
              <a:rPr lang="ko-KR" altLang="en-US" sz="2400" dirty="0"/>
              <a:t>를 </a:t>
            </a:r>
            <a:r>
              <a:rPr lang="ko-KR" altLang="en-US" sz="2400" dirty="0" err="1"/>
              <a:t>확인할수</a:t>
            </a:r>
            <a:r>
              <a:rPr lang="ko-KR" altLang="en-US" sz="2400" dirty="0"/>
              <a:t> 있다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r>
              <a:rPr lang="ko-KR" altLang="en-US" sz="2400" dirty="0" err="1"/>
              <a:t>실행중</a:t>
            </a:r>
            <a:r>
              <a:rPr lang="ko-KR" altLang="en-US" sz="2400" dirty="0"/>
              <a:t> 확인은 게임 안에서 플레이어 캐릭터가  확인하려는 </a:t>
            </a:r>
            <a:r>
              <a:rPr lang="en-US" altLang="ko-KR" sz="2400" dirty="0"/>
              <a:t>AI Controller</a:t>
            </a:r>
            <a:r>
              <a:rPr lang="ko-KR" altLang="en-US" sz="2400" dirty="0"/>
              <a:t>를 바라보고 </a:t>
            </a:r>
            <a:r>
              <a:rPr lang="ko-KR" altLang="en-US" sz="2400" dirty="0" err="1"/>
              <a:t>엔터</a:t>
            </a:r>
            <a:r>
              <a:rPr lang="ko-KR" altLang="en-US" sz="2400" dirty="0"/>
              <a:t> 왼쪽 키의 </a:t>
            </a:r>
            <a:r>
              <a:rPr lang="en-US" altLang="ko-KR" sz="2400" dirty="0"/>
              <a:t>‘ </a:t>
            </a:r>
            <a:r>
              <a:rPr lang="ko-KR" altLang="en-US" sz="2400" dirty="0"/>
              <a:t>를 눌러 </a:t>
            </a:r>
            <a:r>
              <a:rPr lang="en-US" altLang="ko-KR" sz="2400" dirty="0"/>
              <a:t>3</a:t>
            </a:r>
            <a:r>
              <a:rPr lang="ko-KR" altLang="en-US" sz="2400" dirty="0"/>
              <a:t>번 </a:t>
            </a:r>
            <a:r>
              <a:rPr lang="en-US" altLang="ko-KR" sz="2400" dirty="0"/>
              <a:t>Numpad </a:t>
            </a:r>
            <a:r>
              <a:rPr lang="ko-KR" altLang="en-US" sz="2400" dirty="0" err="1"/>
              <a:t>누른후</a:t>
            </a:r>
            <a:r>
              <a:rPr lang="ko-KR" altLang="en-US" sz="2400" dirty="0"/>
              <a:t> </a:t>
            </a:r>
            <a:r>
              <a:rPr lang="en-US" altLang="ko-KR" sz="2400" dirty="0"/>
              <a:t>EQS</a:t>
            </a:r>
            <a:r>
              <a:rPr lang="ko-KR" altLang="en-US" sz="2400" dirty="0"/>
              <a:t>활성화 후 디버깅 </a:t>
            </a:r>
            <a:r>
              <a:rPr lang="en-US" altLang="ko-KR" sz="2400" dirty="0"/>
              <a:t>, </a:t>
            </a:r>
            <a:r>
              <a:rPr lang="ko-KR" altLang="en-US" sz="2400" dirty="0"/>
              <a:t>원하는 </a:t>
            </a:r>
            <a:r>
              <a:rPr lang="en-US" altLang="ko-KR" sz="2400" dirty="0"/>
              <a:t>AI Controller</a:t>
            </a:r>
            <a:r>
              <a:rPr lang="ko-KR" altLang="en-US" sz="2400" dirty="0"/>
              <a:t>가 아니면 여러 번 </a:t>
            </a:r>
            <a:r>
              <a:rPr lang="en-US" altLang="ko-KR" sz="2400" dirty="0"/>
              <a:t>‘ </a:t>
            </a:r>
            <a:r>
              <a:rPr lang="ko-KR" altLang="en-US" sz="2400" dirty="0"/>
              <a:t>눌러 다시 확인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519425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DB23FF4-911A-42E8-9552-0AA52B3C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8A0067B-64B1-41D7-B355-3509F314B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700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1516</Words>
  <Application>Microsoft Office PowerPoint</Application>
  <PresentationFormat>와이드스크린</PresentationFormat>
  <Paragraphs>233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맑은 고딕</vt:lpstr>
      <vt:lpstr>Arial</vt:lpstr>
      <vt:lpstr>Calibri</vt:lpstr>
      <vt:lpstr>Office 테마</vt:lpstr>
      <vt:lpstr>언리얼 AI NPC 만들기 </vt:lpstr>
      <vt:lpstr>어떻게 똑똑한 NPC로 만들수 있나.</vt:lpstr>
      <vt:lpstr>Navigation 설치 </vt:lpstr>
      <vt:lpstr>Navigation 활용, 1. 랜덤 위치얻기 </vt:lpstr>
      <vt:lpstr>Navigation 활용, 2. 이동하기 관련 노드</vt:lpstr>
      <vt:lpstr>이동 상태 확인 GetMoveStatus</vt:lpstr>
      <vt:lpstr>이동하기 SimpleMoveToLocation(Actor) </vt:lpstr>
      <vt:lpstr>이동하기 MoveToLocation(Actor)</vt:lpstr>
      <vt:lpstr>이동하기 AIMoveTo</vt:lpstr>
      <vt:lpstr>AIPerception Component (지각 컴포넌트)</vt:lpstr>
      <vt:lpstr>자극 – 시야 ( Sight )</vt:lpstr>
      <vt:lpstr>자극 – 잡음 ( Noise )</vt:lpstr>
      <vt:lpstr>자극 – 데미지 ( Damage )</vt:lpstr>
      <vt:lpstr>자극 – 액터 예측 ( Prediction )</vt:lpstr>
      <vt:lpstr>Event - OnTargetActorPerceptionUpdated</vt:lpstr>
      <vt:lpstr>PowerPoint 프레젠테이션</vt:lpstr>
      <vt:lpstr>Event - OnPerceptionUpdated</vt:lpstr>
      <vt:lpstr>Func - GetActorsPerception</vt:lpstr>
      <vt:lpstr>PowerPoint 프레젠테이션</vt:lpstr>
      <vt:lpstr>Func - GetCurrentlyPerceivedActors</vt:lpstr>
      <vt:lpstr>Func - GetKnownPerceivedActors</vt:lpstr>
      <vt:lpstr>Func - GetPerceivedHostileActors</vt:lpstr>
      <vt:lpstr>How to debug?</vt:lpstr>
      <vt:lpstr>Perception 결론</vt:lpstr>
      <vt:lpstr>BehaviorTree &amp; Blackboard 개요</vt:lpstr>
      <vt:lpstr>Blackboard 생성과 키,데이터 설정</vt:lpstr>
      <vt:lpstr>Blackboard 데이터 읽고 쓰기 (1)</vt:lpstr>
      <vt:lpstr>Blackboard 데이터 읽고 쓰기 (2)</vt:lpstr>
      <vt:lpstr>BehaviorTree</vt:lpstr>
      <vt:lpstr>BehaviorTree – Composite Node</vt:lpstr>
      <vt:lpstr>BehaviorTree – Decorator Node</vt:lpstr>
      <vt:lpstr>BehaviorTree – Task Node</vt:lpstr>
      <vt:lpstr>EnvironmentQuerySystem 개요</vt:lpstr>
      <vt:lpstr>EQS 어셋 생성 및 호출하기</vt:lpstr>
      <vt:lpstr>EQS Generator</vt:lpstr>
      <vt:lpstr>EQS  Test 와 Context</vt:lpstr>
      <vt:lpstr>EQS Test - Trace</vt:lpstr>
      <vt:lpstr>EQS Test - Distance</vt:lpstr>
      <vt:lpstr>EQS – Editor Preview와 Runtime Debug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언리얼 AI NPC 만들기 </dc:title>
  <dc:creator>이 동원</dc:creator>
  <cp:lastModifiedBy>이 동원</cp:lastModifiedBy>
  <cp:revision>12</cp:revision>
  <dcterms:created xsi:type="dcterms:W3CDTF">2020-07-09T07:29:28Z</dcterms:created>
  <dcterms:modified xsi:type="dcterms:W3CDTF">2020-07-09T08:09:38Z</dcterms:modified>
</cp:coreProperties>
</file>